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954" r:id="rId4"/>
  </p:sldMasterIdLst>
  <p:notesMasterIdLst>
    <p:notesMasterId r:id="rId12"/>
  </p:notesMasterIdLst>
  <p:handoutMasterIdLst>
    <p:handoutMasterId r:id="rId13"/>
  </p:handoutMasterIdLst>
  <p:sldIdLst>
    <p:sldId id="261" r:id="rId5"/>
    <p:sldId id="273" r:id="rId6"/>
    <p:sldId id="314" r:id="rId7"/>
    <p:sldId id="308" r:id="rId8"/>
    <p:sldId id="315" r:id="rId9"/>
    <p:sldId id="317" r:id="rId10"/>
    <p:sldId id="318" r:id="rId11"/>
  </p:sldIdLst>
  <p:sldSz cx="12192000" cy="6858000"/>
  <p:notesSz cx="6858000" cy="9144000"/>
  <p:defaultTextStyle>
    <a:defPPr rtl="0"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EE"/>
    <a:srgbClr val="87175F"/>
    <a:srgbClr val="EEC621"/>
    <a:srgbClr val="E58C09"/>
    <a:srgbClr val="43467B"/>
    <a:srgbClr val="AEA422"/>
    <a:srgbClr val="F69E1D"/>
    <a:srgbClr val="E19E6B"/>
    <a:srgbClr val="75503A"/>
    <a:srgbClr val="DDB6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92" autoAdjust="0"/>
  </p:normalViewPr>
  <p:slideViewPr>
    <p:cSldViewPr>
      <p:cViewPr varScale="1">
        <p:scale>
          <a:sx n="59" d="100"/>
          <a:sy n="59" d="100"/>
        </p:scale>
        <p:origin x="1353" y="36"/>
      </p:cViewPr>
      <p:guideLst/>
    </p:cSldViewPr>
  </p:slideViewPr>
  <p:outlineViewPr>
    <p:cViewPr>
      <p:scale>
        <a:sx n="33" d="100"/>
        <a:sy n="33" d="100"/>
      </p:scale>
      <p:origin x="0" y="-5559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0" d="100"/>
          <a:sy n="60" d="100"/>
        </p:scale>
        <p:origin x="2976" y="3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64464472-DAE5-4012-9A5A-CB432293B44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it-IT">
              <a:latin typeface="Tw Cen MT" panose="020B0602020104020603" pitchFamily="34" charset="0"/>
            </a:endParaRP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586DB41-0314-4E22-8F5A-547FA67B06A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EC7229B0-3DF2-4999-A1C2-AE1C4C4470E8}" type="datetime1">
              <a:rPr lang="it-IT" smtClean="0">
                <a:latin typeface="Tw Cen MT" panose="020B0602020104020603" pitchFamily="34" charset="0"/>
              </a:rPr>
              <a:t>02/08/2026</a:t>
            </a:fld>
            <a:endParaRPr lang="it-IT">
              <a:latin typeface="Tw Cen MT" panose="020B0602020104020603" pitchFamily="34" charset="0"/>
            </a:endParaRP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563188E-D235-4A3B-823C-E0E10F336CC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it-IT">
              <a:latin typeface="Tw Cen MT" panose="020B0602020104020603" pitchFamily="34" charset="0"/>
            </a:endParaRP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4D3A68C-A1CC-4704-8503-01E13B0AED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1BB1589-0F8A-400D-AEF4-57688446A2F5}" type="slidenum">
              <a:rPr lang="it-IT" smtClean="0">
                <a:latin typeface="Tw Cen MT" panose="020B0602020104020603" pitchFamily="34" charset="0"/>
              </a:rPr>
              <a:t>‹N›</a:t>
            </a:fld>
            <a:endParaRPr lang="it-IT">
              <a:latin typeface="Tw Cen MT" panose="020B06020201040206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91058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w Cen MT" panose="020B0602020104020603" pitchFamily="34" charset="0"/>
              </a:defRPr>
            </a:lvl1pPr>
          </a:lstStyle>
          <a:p>
            <a:pPr rtl="0"/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w Cen MT" panose="020B0602020104020603" pitchFamily="34" charset="0"/>
              </a:defRPr>
            </a:lvl1pPr>
          </a:lstStyle>
          <a:p>
            <a:pPr rtl="0"/>
            <a:fld id="{A8179E5A-E0EC-4D14-85DA-2BF1DBD2D7AB}" type="datetime1">
              <a:rPr lang="it-IT" noProof="0" smtClean="0"/>
              <a:t>02/08/2026</a:t>
            </a:fld>
            <a:endParaRPr lang="it-IT" noProof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w Cen MT" panose="020B0602020104020603" pitchFamily="34" charset="0"/>
              </a:defRPr>
            </a:lvl1pPr>
          </a:lstStyle>
          <a:p>
            <a:pPr rtl="0"/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w Cen MT" panose="020B0602020104020603" pitchFamily="34" charset="0"/>
              </a:defRPr>
            </a:lvl1pPr>
          </a:lstStyle>
          <a:p>
            <a:pPr rtl="0"/>
            <a:fld id="{DAE5FABD-26C8-4F74-B1E3-45BC91BC9D7B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50775350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Tw Cen MT" panose="020B0602020104020603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Tw Cen MT" panose="020B0602020104020603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Tw Cen MT" panose="020B0602020104020603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Tw Cen MT" panose="020B0602020104020603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Tw Cen MT" panose="020B06020201040206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479871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49107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140D5-53C3-8C6E-95F4-B81F6B3E1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60C15E8-50BD-1F82-5545-74534195F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931081E-322B-A9C6-1579-69D5A2CAA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1BF623-5162-7454-C0AD-34A9AFE7C0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 rtl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188278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 rtl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18251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3682C-61D1-ED59-E73E-3F5A05D2B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02DDB15-1AD0-F1A7-D96E-D1C260A76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B0A477F-340B-8CC9-F980-22A0000A6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A37AB1-D711-E8F6-723A-F3EF2EC0B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 rtl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40224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3677F-CFFA-B969-ED5F-3AEF5396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F555E35-746B-3A9D-9605-5B747C96D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A4C05D0-1447-2AA7-D21B-239D51C99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FEE76F8-DC1B-CB9B-449B-074CDE1414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 rtl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6475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0BA8F-3ED9-D544-B49E-01ECDD601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6C622AE-DF0D-066D-B25D-0ED4C27C3D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BF0D40A-B63F-1784-DE1E-6740DF77F4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5FDCB5-48D5-2131-B012-D0200D7B6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 rtl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7833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itolo_Cur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egnaposto testo 52">
            <a:extLst>
              <a:ext uri="{FF2B5EF4-FFF2-40B4-BE49-F238E27FC236}">
                <a16:creationId xmlns:a16="http://schemas.microsoft.com/office/drawing/2014/main" id="{4016877F-9863-4CBC-B4AF-D4764DBA6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81099" y="457200"/>
            <a:ext cx="8128343" cy="6248400"/>
          </a:xfrm>
          <a:custGeom>
            <a:avLst/>
            <a:gdLst>
              <a:gd name="connsiteX0" fmla="*/ 0 w 8128343"/>
              <a:gd name="connsiteY0" fmla="*/ 0 h 6248400"/>
              <a:gd name="connsiteX1" fmla="*/ 8128343 w 8128343"/>
              <a:gd name="connsiteY1" fmla="*/ 0 h 6248400"/>
              <a:gd name="connsiteX2" fmla="*/ 8128343 w 8128343"/>
              <a:gd name="connsiteY2" fmla="*/ 3258609 h 6248400"/>
              <a:gd name="connsiteX3" fmla="*/ 5858354 w 8128343"/>
              <a:gd name="connsiteY3" fmla="*/ 6248400 h 6248400"/>
              <a:gd name="connsiteX4" fmla="*/ 0 w 8128343"/>
              <a:gd name="connsiteY4" fmla="*/ 6248400 h 624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28343" h="6248400">
                <a:moveTo>
                  <a:pt x="0" y="0"/>
                </a:moveTo>
                <a:lnTo>
                  <a:pt x="8128343" y="0"/>
                </a:lnTo>
                <a:lnTo>
                  <a:pt x="8128343" y="3258609"/>
                </a:lnTo>
                <a:lnTo>
                  <a:pt x="5858354" y="6248400"/>
                </a:lnTo>
                <a:lnTo>
                  <a:pt x="0" y="6248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GB" sz="18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 rtl="0"/>
            <a:r>
              <a:rPr lang="it-IT" noProof="0"/>
              <a:t>I</a:t>
            </a:r>
          </a:p>
        </p:txBody>
      </p:sp>
      <p:sp>
        <p:nvSpPr>
          <p:cNvPr id="48" name="Figura a mano libera: Forma 47">
            <a:extLst>
              <a:ext uri="{FF2B5EF4-FFF2-40B4-BE49-F238E27FC236}">
                <a16:creationId xmlns:a16="http://schemas.microsoft.com/office/drawing/2014/main" id="{9070D0C4-1F90-4B84-B84E-8285FA0A01B0}"/>
              </a:ext>
            </a:extLst>
          </p:cNvPr>
          <p:cNvSpPr/>
          <p:nvPr userDrawn="1"/>
        </p:nvSpPr>
        <p:spPr>
          <a:xfrm rot="2232448">
            <a:off x="9455741" y="-926244"/>
            <a:ext cx="131438" cy="8710488"/>
          </a:xfrm>
          <a:custGeom>
            <a:avLst/>
            <a:gdLst>
              <a:gd name="connsiteX0" fmla="*/ 0 w 131438"/>
              <a:gd name="connsiteY0" fmla="*/ 99793 h 8710488"/>
              <a:gd name="connsiteX1" fmla="*/ 131438 w 131438"/>
              <a:gd name="connsiteY1" fmla="*/ 0 h 8710488"/>
              <a:gd name="connsiteX2" fmla="*/ 131438 w 131438"/>
              <a:gd name="connsiteY2" fmla="*/ 8610694 h 8710488"/>
              <a:gd name="connsiteX3" fmla="*/ 0 w 131438"/>
              <a:gd name="connsiteY3" fmla="*/ 8710488 h 871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1438" h="8710488">
                <a:moveTo>
                  <a:pt x="0" y="99793"/>
                </a:moveTo>
                <a:lnTo>
                  <a:pt x="131438" y="0"/>
                </a:lnTo>
                <a:lnTo>
                  <a:pt x="131438" y="8610694"/>
                </a:lnTo>
                <a:lnTo>
                  <a:pt x="0" y="87104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49" name="Figura a mano libera: Forma 48">
            <a:extLst>
              <a:ext uri="{FF2B5EF4-FFF2-40B4-BE49-F238E27FC236}">
                <a16:creationId xmlns:a16="http://schemas.microsoft.com/office/drawing/2014/main" id="{B8546525-A0E6-4238-93BC-5D43C93A45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232448">
            <a:off x="9332817" y="-941780"/>
            <a:ext cx="172357" cy="8741560"/>
          </a:xfrm>
          <a:custGeom>
            <a:avLst/>
            <a:gdLst>
              <a:gd name="connsiteX0" fmla="*/ 172357 w 172357"/>
              <a:gd name="connsiteY0" fmla="*/ 0 h 8741560"/>
              <a:gd name="connsiteX1" fmla="*/ 172357 w 172357"/>
              <a:gd name="connsiteY1" fmla="*/ 8610698 h 8741560"/>
              <a:gd name="connsiteX2" fmla="*/ 0 w 172357"/>
              <a:gd name="connsiteY2" fmla="*/ 8741560 h 8741560"/>
              <a:gd name="connsiteX3" fmla="*/ 0 w 172357"/>
              <a:gd name="connsiteY3" fmla="*/ 130862 h 8741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2357" h="8741560">
                <a:moveTo>
                  <a:pt x="172357" y="0"/>
                </a:moveTo>
                <a:lnTo>
                  <a:pt x="172357" y="8610698"/>
                </a:lnTo>
                <a:lnTo>
                  <a:pt x="0" y="8741560"/>
                </a:lnTo>
                <a:lnTo>
                  <a:pt x="0" y="13086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599" y="304800"/>
            <a:ext cx="8128343" cy="6248400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378135" y="1219199"/>
            <a:ext cx="7232465" cy="2732439"/>
          </a:xfrm>
        </p:spPr>
        <p:txBody>
          <a:bodyPr rtlCol="0" anchor="t">
            <a:normAutofit/>
          </a:bodyPr>
          <a:lstStyle>
            <a:lvl1pPr algn="l">
              <a:defRPr lang="en-US" sz="5000" kern="1200" cap="all" spc="100" baseline="0" dirty="0">
                <a:solidFill>
                  <a:srgbClr val="2C2E52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8134" y="4069079"/>
            <a:ext cx="5022666" cy="1463040"/>
          </a:xfrm>
        </p:spPr>
        <p:txBody>
          <a:bodyPr lIns="91440" rIns="9144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E905A207-2310-4F94-86E5-13B4CCC359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1562101" y="-114299"/>
            <a:ext cx="304797" cy="53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13448" y="34960"/>
            <a:ext cx="5178552" cy="6823040"/>
          </a:xfrm>
          <a:custGeom>
            <a:avLst/>
            <a:gdLst>
              <a:gd name="connsiteX0" fmla="*/ 5178552 w 5178552"/>
              <a:gd name="connsiteY0" fmla="*/ 0 h 6823040"/>
              <a:gd name="connsiteX1" fmla="*/ 5178552 w 5178552"/>
              <a:gd name="connsiteY1" fmla="*/ 6823040 h 6823040"/>
              <a:gd name="connsiteX2" fmla="*/ 1752601 w 5178552"/>
              <a:gd name="connsiteY2" fmla="*/ 6823040 h 6823040"/>
              <a:gd name="connsiteX3" fmla="*/ 0 w 5178552"/>
              <a:gd name="connsiteY3" fmla="*/ 6823040 h 682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8552" h="6823040">
                <a:moveTo>
                  <a:pt x="5178552" y="0"/>
                </a:moveTo>
                <a:lnTo>
                  <a:pt x="5178552" y="6823040"/>
                </a:lnTo>
                <a:lnTo>
                  <a:pt x="1752601" y="6823040"/>
                </a:lnTo>
                <a:lnTo>
                  <a:pt x="0" y="682304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</p:spTree>
    <p:extLst>
      <p:ext uri="{BB962C8B-B14F-4D97-AF65-F5344CB8AC3E}">
        <p14:creationId xmlns:p14="http://schemas.microsoft.com/office/powerpoint/2010/main" val="2625404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lide titolo_Cur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egnaposto testo 52">
            <a:extLst>
              <a:ext uri="{FF2B5EF4-FFF2-40B4-BE49-F238E27FC236}">
                <a16:creationId xmlns:a16="http://schemas.microsoft.com/office/drawing/2014/main" id="{4016877F-9863-4CBC-B4AF-D4764DBA6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81099" y="457200"/>
            <a:ext cx="8128343" cy="6248400"/>
          </a:xfrm>
          <a:custGeom>
            <a:avLst/>
            <a:gdLst>
              <a:gd name="connsiteX0" fmla="*/ 0 w 8128343"/>
              <a:gd name="connsiteY0" fmla="*/ 0 h 6248400"/>
              <a:gd name="connsiteX1" fmla="*/ 8128343 w 8128343"/>
              <a:gd name="connsiteY1" fmla="*/ 0 h 6248400"/>
              <a:gd name="connsiteX2" fmla="*/ 8128343 w 8128343"/>
              <a:gd name="connsiteY2" fmla="*/ 3258609 h 6248400"/>
              <a:gd name="connsiteX3" fmla="*/ 5858354 w 8128343"/>
              <a:gd name="connsiteY3" fmla="*/ 6248400 h 6248400"/>
              <a:gd name="connsiteX4" fmla="*/ 0 w 8128343"/>
              <a:gd name="connsiteY4" fmla="*/ 6248400 h 624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28343" h="6248400">
                <a:moveTo>
                  <a:pt x="0" y="0"/>
                </a:moveTo>
                <a:lnTo>
                  <a:pt x="8128343" y="0"/>
                </a:lnTo>
                <a:lnTo>
                  <a:pt x="8128343" y="3258609"/>
                </a:lnTo>
                <a:lnTo>
                  <a:pt x="5858354" y="6248400"/>
                </a:lnTo>
                <a:lnTo>
                  <a:pt x="0" y="62484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GB" sz="18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 rtl="0"/>
            <a:r>
              <a:rPr lang="it-IT" noProof="0"/>
              <a:t>I</a:t>
            </a:r>
          </a:p>
        </p:txBody>
      </p:sp>
      <p:sp>
        <p:nvSpPr>
          <p:cNvPr id="48" name="Figura a mano libera: Forma 47">
            <a:extLst>
              <a:ext uri="{FF2B5EF4-FFF2-40B4-BE49-F238E27FC236}">
                <a16:creationId xmlns:a16="http://schemas.microsoft.com/office/drawing/2014/main" id="{9070D0C4-1F90-4B84-B84E-8285FA0A01B0}"/>
              </a:ext>
            </a:extLst>
          </p:cNvPr>
          <p:cNvSpPr/>
          <p:nvPr userDrawn="1"/>
        </p:nvSpPr>
        <p:spPr>
          <a:xfrm rot="2232448">
            <a:off x="9455741" y="-926244"/>
            <a:ext cx="131438" cy="8710488"/>
          </a:xfrm>
          <a:custGeom>
            <a:avLst/>
            <a:gdLst>
              <a:gd name="connsiteX0" fmla="*/ 0 w 131438"/>
              <a:gd name="connsiteY0" fmla="*/ 99793 h 8710488"/>
              <a:gd name="connsiteX1" fmla="*/ 131438 w 131438"/>
              <a:gd name="connsiteY1" fmla="*/ 0 h 8710488"/>
              <a:gd name="connsiteX2" fmla="*/ 131438 w 131438"/>
              <a:gd name="connsiteY2" fmla="*/ 8610694 h 8710488"/>
              <a:gd name="connsiteX3" fmla="*/ 0 w 131438"/>
              <a:gd name="connsiteY3" fmla="*/ 8710488 h 871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1438" h="8710488">
                <a:moveTo>
                  <a:pt x="0" y="99793"/>
                </a:moveTo>
                <a:lnTo>
                  <a:pt x="131438" y="0"/>
                </a:lnTo>
                <a:lnTo>
                  <a:pt x="131438" y="8610694"/>
                </a:lnTo>
                <a:lnTo>
                  <a:pt x="0" y="87104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49" name="Figura a mano libera: Forma 48">
            <a:extLst>
              <a:ext uri="{FF2B5EF4-FFF2-40B4-BE49-F238E27FC236}">
                <a16:creationId xmlns:a16="http://schemas.microsoft.com/office/drawing/2014/main" id="{B8546525-A0E6-4238-93BC-5D43C93A45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232448">
            <a:off x="9332817" y="-941780"/>
            <a:ext cx="172357" cy="8741560"/>
          </a:xfrm>
          <a:custGeom>
            <a:avLst/>
            <a:gdLst>
              <a:gd name="connsiteX0" fmla="*/ 172357 w 172357"/>
              <a:gd name="connsiteY0" fmla="*/ 0 h 8741560"/>
              <a:gd name="connsiteX1" fmla="*/ 172357 w 172357"/>
              <a:gd name="connsiteY1" fmla="*/ 8610698 h 8741560"/>
              <a:gd name="connsiteX2" fmla="*/ 0 w 172357"/>
              <a:gd name="connsiteY2" fmla="*/ 8741560 h 8741560"/>
              <a:gd name="connsiteX3" fmla="*/ 0 w 172357"/>
              <a:gd name="connsiteY3" fmla="*/ 130862 h 8741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2357" h="8741560">
                <a:moveTo>
                  <a:pt x="172357" y="0"/>
                </a:moveTo>
                <a:lnTo>
                  <a:pt x="172357" y="8610698"/>
                </a:lnTo>
                <a:lnTo>
                  <a:pt x="0" y="8741560"/>
                </a:lnTo>
                <a:lnTo>
                  <a:pt x="0" y="13086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599" y="304800"/>
            <a:ext cx="8128343" cy="6248400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378135" y="1219199"/>
            <a:ext cx="7232465" cy="2732439"/>
          </a:xfrm>
        </p:spPr>
        <p:txBody>
          <a:bodyPr rtlCol="0" anchor="t">
            <a:normAutofit/>
          </a:bodyPr>
          <a:lstStyle>
            <a:lvl1pPr algn="l">
              <a:defRPr lang="en-US" sz="5000" kern="1200" cap="all" spc="100" baseline="0" dirty="0">
                <a:solidFill>
                  <a:srgbClr val="2C2E52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8134" y="4069079"/>
            <a:ext cx="5022666" cy="1463040"/>
          </a:xfrm>
        </p:spPr>
        <p:txBody>
          <a:bodyPr lIns="91440" rIns="9144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E905A207-2310-4F94-86E5-13B4CCC359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1562101" y="-114299"/>
            <a:ext cx="304797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13448" y="34960"/>
            <a:ext cx="5178552" cy="6823040"/>
          </a:xfrm>
          <a:custGeom>
            <a:avLst/>
            <a:gdLst>
              <a:gd name="connsiteX0" fmla="*/ 5178552 w 5178552"/>
              <a:gd name="connsiteY0" fmla="*/ 0 h 6823040"/>
              <a:gd name="connsiteX1" fmla="*/ 5178552 w 5178552"/>
              <a:gd name="connsiteY1" fmla="*/ 6823040 h 6823040"/>
              <a:gd name="connsiteX2" fmla="*/ 1752601 w 5178552"/>
              <a:gd name="connsiteY2" fmla="*/ 6823040 h 6823040"/>
              <a:gd name="connsiteX3" fmla="*/ 0 w 5178552"/>
              <a:gd name="connsiteY3" fmla="*/ 6823040 h 682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8552" h="6823040">
                <a:moveTo>
                  <a:pt x="5178552" y="0"/>
                </a:moveTo>
                <a:lnTo>
                  <a:pt x="5178552" y="6823040"/>
                </a:lnTo>
                <a:lnTo>
                  <a:pt x="1752601" y="6823040"/>
                </a:lnTo>
                <a:lnTo>
                  <a:pt x="0" y="682304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</p:spTree>
    <p:extLst>
      <p:ext uri="{BB962C8B-B14F-4D97-AF65-F5344CB8AC3E}">
        <p14:creationId xmlns:p14="http://schemas.microsoft.com/office/powerpoint/2010/main" val="1392082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lide titolo_Cur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testo 16">
            <a:extLst>
              <a:ext uri="{FF2B5EF4-FFF2-40B4-BE49-F238E27FC236}">
                <a16:creationId xmlns:a16="http://schemas.microsoft.com/office/drawing/2014/main" id="{50D09E5B-B146-4D08-82EC-846DD89B0B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0462" y="0"/>
            <a:ext cx="9931338" cy="6823040"/>
          </a:xfrm>
          <a:solidFill>
            <a:schemeClr val="bg1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2" name="Segnaposto testo 16">
            <a:extLst>
              <a:ext uri="{FF2B5EF4-FFF2-40B4-BE49-F238E27FC236}">
                <a16:creationId xmlns:a16="http://schemas.microsoft.com/office/drawing/2014/main" id="{88940597-2E9A-4141-B2D0-C488487F11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3400" y="0"/>
            <a:ext cx="50863" cy="6858000"/>
          </a:xfrm>
          <a:solidFill>
            <a:schemeClr val="accent2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0" name="Segnaposto testo 16">
            <a:extLst>
              <a:ext uri="{FF2B5EF4-FFF2-40B4-BE49-F238E27FC236}">
                <a16:creationId xmlns:a16="http://schemas.microsoft.com/office/drawing/2014/main" id="{0CC06030-90E1-4B3F-AFDF-369354FBF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0600" y="609600"/>
            <a:ext cx="7429500" cy="5638800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295400" y="1905000"/>
            <a:ext cx="5864382" cy="2275238"/>
          </a:xfrm>
        </p:spPr>
        <p:txBody>
          <a:bodyPr rtlCol="0" anchor="t">
            <a:normAutofit/>
          </a:bodyPr>
          <a:lstStyle>
            <a:lvl1pPr algn="l">
              <a:defRPr lang="en-US" sz="5000" kern="1200" cap="all" spc="100" baseline="0" dirty="0">
                <a:solidFill>
                  <a:srgbClr val="2C2E52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295400" y="4297679"/>
            <a:ext cx="4072586" cy="1463040"/>
          </a:xfrm>
        </p:spPr>
        <p:txBody>
          <a:bodyPr lIns="91440" rIns="9144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13" name="Segnaposto testo 16">
            <a:extLst>
              <a:ext uri="{FF2B5EF4-FFF2-40B4-BE49-F238E27FC236}">
                <a16:creationId xmlns:a16="http://schemas.microsoft.com/office/drawing/2014/main" id="{EA44EEDB-C599-41AA-9D84-D53811C28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896" y="0"/>
            <a:ext cx="63502" cy="6858000"/>
          </a:xfrm>
          <a:solidFill>
            <a:schemeClr val="accent2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4" name="Segnaposto testo 16">
            <a:extLst>
              <a:ext uri="{FF2B5EF4-FFF2-40B4-BE49-F238E27FC236}">
                <a16:creationId xmlns:a16="http://schemas.microsoft.com/office/drawing/2014/main" id="{FE574478-76DE-4613-8FBD-36B353081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8391" y="0"/>
            <a:ext cx="63502" cy="6858000"/>
          </a:xfrm>
          <a:solidFill>
            <a:schemeClr val="accent2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13448" y="34960"/>
            <a:ext cx="5178552" cy="6823040"/>
          </a:xfrm>
          <a:custGeom>
            <a:avLst/>
            <a:gdLst>
              <a:gd name="connsiteX0" fmla="*/ 5178552 w 5178552"/>
              <a:gd name="connsiteY0" fmla="*/ 0 h 6823040"/>
              <a:gd name="connsiteX1" fmla="*/ 5178552 w 5178552"/>
              <a:gd name="connsiteY1" fmla="*/ 6823040 h 6823040"/>
              <a:gd name="connsiteX2" fmla="*/ 1752601 w 5178552"/>
              <a:gd name="connsiteY2" fmla="*/ 6823040 h 6823040"/>
              <a:gd name="connsiteX3" fmla="*/ 0 w 5178552"/>
              <a:gd name="connsiteY3" fmla="*/ 6823040 h 682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8552" h="6823040">
                <a:moveTo>
                  <a:pt x="5178552" y="0"/>
                </a:moveTo>
                <a:lnTo>
                  <a:pt x="5178552" y="6823040"/>
                </a:lnTo>
                <a:lnTo>
                  <a:pt x="1752601" y="6823040"/>
                </a:lnTo>
                <a:lnTo>
                  <a:pt x="0" y="682304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</p:spTree>
    <p:extLst>
      <p:ext uri="{BB962C8B-B14F-4D97-AF65-F5344CB8AC3E}">
        <p14:creationId xmlns:p14="http://schemas.microsoft.com/office/powerpoint/2010/main" val="3695653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lide titolo_Cur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egnaposto immagine 25">
            <a:extLst>
              <a:ext uri="{FF2B5EF4-FFF2-40B4-BE49-F238E27FC236}">
                <a16:creationId xmlns:a16="http://schemas.microsoft.com/office/drawing/2014/main" id="{32EC3EF4-A2D5-4058-977A-74A37AC36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02525 h 6858000"/>
              <a:gd name="connsiteX3" fmla="*/ 8273508 w 12192000"/>
              <a:gd name="connsiteY3" fmla="*/ 6858000 h 6858000"/>
              <a:gd name="connsiteX4" fmla="*/ 0 w 12192000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02525"/>
                </a:lnTo>
                <a:lnTo>
                  <a:pt x="827350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1651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16">
            <a:extLst>
              <a:ext uri="{FF2B5EF4-FFF2-40B4-BE49-F238E27FC236}">
                <a16:creationId xmlns:a16="http://schemas.microsoft.com/office/drawing/2014/main" id="{4E7C74DD-4244-46B7-8336-30F7151DB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8074536" y="3124200"/>
            <a:ext cx="2087678" cy="3270696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4" name="Segnaposto testo 23">
            <a:extLst>
              <a:ext uri="{FF2B5EF4-FFF2-40B4-BE49-F238E27FC236}">
                <a16:creationId xmlns:a16="http://schemas.microsoft.com/office/drawing/2014/main" id="{9DC663CF-0C67-4619-B40E-7832C4DA1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0750" y="609600"/>
            <a:ext cx="7810500" cy="5638800"/>
          </a:xfrm>
          <a:custGeom>
            <a:avLst/>
            <a:gdLst>
              <a:gd name="connsiteX0" fmla="*/ 0 w 7810500"/>
              <a:gd name="connsiteY0" fmla="*/ 0 h 5638800"/>
              <a:gd name="connsiteX1" fmla="*/ 7810500 w 7810500"/>
              <a:gd name="connsiteY1" fmla="*/ 0 h 5638800"/>
              <a:gd name="connsiteX2" fmla="*/ 7810500 w 7810500"/>
              <a:gd name="connsiteY2" fmla="*/ 3151512 h 5638800"/>
              <a:gd name="connsiteX3" fmla="*/ 6252438 w 7810500"/>
              <a:gd name="connsiteY3" fmla="*/ 5638800 h 5638800"/>
              <a:gd name="connsiteX4" fmla="*/ 0 w 7810500"/>
              <a:gd name="connsiteY4" fmla="*/ 5638800 h 563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10500" h="5638800">
                <a:moveTo>
                  <a:pt x="0" y="0"/>
                </a:moveTo>
                <a:lnTo>
                  <a:pt x="7810500" y="0"/>
                </a:lnTo>
                <a:lnTo>
                  <a:pt x="7810500" y="3151512"/>
                </a:lnTo>
                <a:lnTo>
                  <a:pt x="6252438" y="5638800"/>
                </a:lnTo>
                <a:lnTo>
                  <a:pt x="0" y="5638800"/>
                </a:lnTo>
                <a:close/>
              </a:path>
            </a:pathLst>
          </a:custGeom>
          <a:solidFill>
            <a:schemeClr val="accent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 algn="ctr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3163809" y="1905000"/>
            <a:ext cx="5864382" cy="2275238"/>
          </a:xfrm>
        </p:spPr>
        <p:txBody>
          <a:bodyPr rtlCol="0" anchor="t">
            <a:normAutofit/>
          </a:bodyPr>
          <a:lstStyle>
            <a:lvl1pPr algn="ctr">
              <a:defRPr lang="en-US" sz="5000" kern="1200" cap="all" spc="1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4059707" y="4297679"/>
            <a:ext cx="4072586" cy="1463040"/>
          </a:xfrm>
        </p:spPr>
        <p:txBody>
          <a:bodyPr lIns="91440" rIns="91440" rtlCol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766431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lide titolo_Cur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8F962CE0-5C0C-48F3-A07B-34E33D670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10800000">
            <a:off x="2057400" y="466725"/>
            <a:ext cx="703341" cy="1101901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2" name="Segnaposto testo 16">
            <a:extLst>
              <a:ext uri="{FF2B5EF4-FFF2-40B4-BE49-F238E27FC236}">
                <a16:creationId xmlns:a16="http://schemas.microsoft.com/office/drawing/2014/main" id="{654457EF-8A97-4FCA-9870-5095D09BF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9067800" y="4648200"/>
            <a:ext cx="1143000" cy="1790700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0" name="Segnaposto testo 16">
            <a:extLst>
              <a:ext uri="{FF2B5EF4-FFF2-40B4-BE49-F238E27FC236}">
                <a16:creationId xmlns:a16="http://schemas.microsoft.com/office/drawing/2014/main" id="{0CC06030-90E1-4B3F-AFDF-369354FBF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0750" y="609600"/>
            <a:ext cx="7810500" cy="5638800"/>
          </a:xfrm>
          <a:solidFill>
            <a:schemeClr val="accent1">
              <a:lumMod val="75000"/>
              <a:alpha val="92000"/>
            </a:schemeClr>
          </a:solidFill>
          <a:effectLst/>
        </p:spPr>
        <p:txBody>
          <a:bodyPr rtlCol="0"/>
          <a:lstStyle>
            <a:lvl1pPr marL="0" indent="0" algn="ctr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3163809" y="1905000"/>
            <a:ext cx="5864382" cy="2275238"/>
          </a:xfrm>
        </p:spPr>
        <p:txBody>
          <a:bodyPr rtlCol="0" anchor="t">
            <a:normAutofit/>
          </a:bodyPr>
          <a:lstStyle>
            <a:lvl1pPr algn="ctr">
              <a:defRPr lang="en-US" sz="5000" kern="1200" cap="all" spc="1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4059707" y="4297679"/>
            <a:ext cx="4072586" cy="1463040"/>
          </a:xfrm>
        </p:spPr>
        <p:txBody>
          <a:bodyPr lIns="91440" rIns="91440" rtlCol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053201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olo diapositiva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gnaposto testo 21">
            <a:extLst>
              <a:ext uri="{FF2B5EF4-FFF2-40B4-BE49-F238E27FC236}">
                <a16:creationId xmlns:a16="http://schemas.microsoft.com/office/drawing/2014/main" id="{FC033E0E-968F-40A8-BE78-354499D7F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 rot="19594102" flipH="1">
            <a:off x="584131" y="-142449"/>
            <a:ext cx="1218268" cy="6177109"/>
          </a:xfrm>
          <a:custGeom>
            <a:avLst/>
            <a:gdLst>
              <a:gd name="connsiteX0" fmla="*/ 1114975 w 1218268"/>
              <a:gd name="connsiteY0" fmla="*/ 1688918 h 6177109"/>
              <a:gd name="connsiteX1" fmla="*/ 1114975 w 1218268"/>
              <a:gd name="connsiteY1" fmla="*/ 5441035 h 6177109"/>
              <a:gd name="connsiteX2" fmla="*/ 1218268 w 1218268"/>
              <a:gd name="connsiteY2" fmla="*/ 5372844 h 6177109"/>
              <a:gd name="connsiteX3" fmla="*/ 1218268 w 1218268"/>
              <a:gd name="connsiteY3" fmla="*/ 1845382 h 6177109"/>
              <a:gd name="connsiteX4" fmla="*/ 675740 w 1218268"/>
              <a:gd name="connsiteY4" fmla="*/ 1023583 h 6177109"/>
              <a:gd name="connsiteX5" fmla="*/ 675740 w 1218268"/>
              <a:gd name="connsiteY5" fmla="*/ 5731005 h 6177109"/>
              <a:gd name="connsiteX6" fmla="*/ 951275 w 1218268"/>
              <a:gd name="connsiteY6" fmla="*/ 5549105 h 6177109"/>
              <a:gd name="connsiteX7" fmla="*/ 951275 w 1218268"/>
              <a:gd name="connsiteY7" fmla="*/ 1440952 h 6177109"/>
              <a:gd name="connsiteX8" fmla="*/ 0 w 1218268"/>
              <a:gd name="connsiteY8" fmla="*/ 0 h 6177109"/>
              <a:gd name="connsiteX9" fmla="*/ 0 w 1218268"/>
              <a:gd name="connsiteY9" fmla="*/ 6177109 h 6177109"/>
              <a:gd name="connsiteX10" fmla="*/ 485620 w 1218268"/>
              <a:gd name="connsiteY10" fmla="*/ 5856517 h 6177109"/>
              <a:gd name="connsiteX11" fmla="*/ 485620 w 1218268"/>
              <a:gd name="connsiteY11" fmla="*/ 735597 h 6177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8268" h="6177109">
                <a:moveTo>
                  <a:pt x="1114975" y="1688918"/>
                </a:moveTo>
                <a:lnTo>
                  <a:pt x="1114975" y="5441035"/>
                </a:lnTo>
                <a:lnTo>
                  <a:pt x="1218268" y="5372844"/>
                </a:lnTo>
                <a:lnTo>
                  <a:pt x="1218268" y="1845382"/>
                </a:lnTo>
                <a:close/>
                <a:moveTo>
                  <a:pt x="675740" y="1023583"/>
                </a:moveTo>
                <a:lnTo>
                  <a:pt x="675740" y="5731005"/>
                </a:lnTo>
                <a:lnTo>
                  <a:pt x="951275" y="5549105"/>
                </a:lnTo>
                <a:lnTo>
                  <a:pt x="951275" y="1440952"/>
                </a:lnTo>
                <a:close/>
                <a:moveTo>
                  <a:pt x="0" y="0"/>
                </a:moveTo>
                <a:lnTo>
                  <a:pt x="0" y="6177109"/>
                </a:lnTo>
                <a:lnTo>
                  <a:pt x="485620" y="5856517"/>
                </a:lnTo>
                <a:lnTo>
                  <a:pt x="485620" y="735597"/>
                </a:lnTo>
                <a:close/>
              </a:path>
            </a:pathLst>
          </a:custGeom>
          <a:solidFill>
            <a:schemeClr val="bg1"/>
          </a:solidFill>
          <a:effectLst/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B9454D95-B362-4CB6-B706-EB2022A33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124200" y="0"/>
            <a:ext cx="9067800" cy="6858000"/>
          </a:xfrm>
          <a:custGeom>
            <a:avLst/>
            <a:gdLst>
              <a:gd name="connsiteX0" fmla="*/ 5205086 w 9067800"/>
              <a:gd name="connsiteY0" fmla="*/ 0 h 6858000"/>
              <a:gd name="connsiteX1" fmla="*/ 6957685 w 9067800"/>
              <a:gd name="connsiteY1" fmla="*/ 0 h 6858000"/>
              <a:gd name="connsiteX2" fmla="*/ 9067800 w 9067800"/>
              <a:gd name="connsiteY2" fmla="*/ 0 h 6858000"/>
              <a:gd name="connsiteX3" fmla="*/ 9067800 w 9067800"/>
              <a:gd name="connsiteY3" fmla="*/ 6827058 h 6858000"/>
              <a:gd name="connsiteX4" fmla="*/ 9044315 w 9067800"/>
              <a:gd name="connsiteY4" fmla="*/ 6858000 h 6858000"/>
              <a:gd name="connsiteX5" fmla="*/ 7291715 w 9067800"/>
              <a:gd name="connsiteY5" fmla="*/ 6858000 h 6858000"/>
              <a:gd name="connsiteX6" fmla="*/ 1752601 w 9067800"/>
              <a:gd name="connsiteY6" fmla="*/ 6858000 h 6858000"/>
              <a:gd name="connsiteX7" fmla="*/ 0 w 90678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67800" h="6858000">
                <a:moveTo>
                  <a:pt x="5205086" y="0"/>
                </a:moveTo>
                <a:lnTo>
                  <a:pt x="6957685" y="0"/>
                </a:lnTo>
                <a:lnTo>
                  <a:pt x="9067800" y="0"/>
                </a:lnTo>
                <a:lnTo>
                  <a:pt x="9067800" y="6827058"/>
                </a:lnTo>
                <a:lnTo>
                  <a:pt x="9044315" y="6858000"/>
                </a:lnTo>
                <a:lnTo>
                  <a:pt x="7291715" y="6858000"/>
                </a:lnTo>
                <a:lnTo>
                  <a:pt x="175260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266700"/>
            <a:ext cx="5105400" cy="63246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933450" y="762000"/>
            <a:ext cx="4381500" cy="3429000"/>
          </a:xfrm>
        </p:spPr>
        <p:txBody>
          <a:bodyPr rtlCol="0" anchor="ctr">
            <a:normAutofit/>
          </a:bodyPr>
          <a:lstStyle>
            <a:lvl1pPr algn="ctr">
              <a:defRPr sz="500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933450" y="4343400"/>
            <a:ext cx="4381500" cy="1355732"/>
          </a:xfrm>
        </p:spPr>
        <p:txBody>
          <a:bodyPr lIns="91440" rIns="91440" rtlCol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V="1">
            <a:off x="314325" y="4953000"/>
            <a:ext cx="1143000" cy="1790700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0499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olo diaposi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immagine 10">
            <a:extLst>
              <a:ext uri="{FF2B5EF4-FFF2-40B4-BE49-F238E27FC236}">
                <a16:creationId xmlns:a16="http://schemas.microsoft.com/office/drawing/2014/main" id="{A623EB06-2F79-4698-807D-96A58B4F1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3124200 w 8329286"/>
              <a:gd name="connsiteY2" fmla="*/ 6858000 h 6858000"/>
              <a:gd name="connsiteX3" fmla="*/ 0 w 832928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31242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228600" dist="38100" algn="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600" y="609600"/>
            <a:ext cx="4648200" cy="56388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257300" y="1447800"/>
            <a:ext cx="4114800" cy="3962400"/>
          </a:xfrm>
        </p:spPr>
        <p:txBody>
          <a:bodyPr rtlCol="0" anchor="ctr">
            <a:normAutofit/>
          </a:bodyPr>
          <a:lstStyle>
            <a:lvl1pPr algn="ctr">
              <a:defRPr sz="500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057900" y="4495801"/>
            <a:ext cx="4876800" cy="60960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5100" y="409575"/>
            <a:ext cx="1219200" cy="400050"/>
          </a:xfr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BB42ECCE-195D-45F5-94EB-137CEFCFE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05100" y="6076950"/>
            <a:ext cx="1219200" cy="400050"/>
          </a:xfrm>
          <a:solidFill>
            <a:schemeClr val="accent2"/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601318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1447800"/>
          </a:xfrm>
        </p:spPr>
        <p:txBody>
          <a:bodyPr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2667000"/>
            <a:ext cx="10288693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B1F422E5-0916-42D9-AC79-50E4FC133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 sz="16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4" name="Segnaposto numero diapositiva 5">
            <a:extLst>
              <a:ext uri="{FF2B5EF4-FFF2-40B4-BE49-F238E27FC236}">
                <a16:creationId xmlns:a16="http://schemas.microsoft.com/office/drawing/2014/main" id="{0621E917-505B-493E-99EE-2E57CB3327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7924664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7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mfasi sotto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2667000"/>
            <a:ext cx="10288693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B1F422E5-0916-42D9-AC79-50E4FC133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 sz="16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-1" y="1676400"/>
            <a:ext cx="10837333" cy="424732"/>
          </a:xfrm>
          <a:solidFill>
            <a:schemeClr val="accent1"/>
          </a:solidFill>
        </p:spPr>
        <p:txBody>
          <a:bodyPr wrap="square" lIns="640080" rIns="91440" rtlCol="0">
            <a:spAutoFit/>
          </a:bodyPr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08E95652-9528-4150-8049-C40C3BB1B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305947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2667000"/>
            <a:ext cx="10288693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B1F422E5-0916-42D9-AC79-50E4FC133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 sz="16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215529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B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6954259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smeral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714886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aranc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14971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ro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323754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cele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117665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grig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853620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Blu_patch triangolo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ura a mano libera: Forma 7">
            <a:extLst>
              <a:ext uri="{FF2B5EF4-FFF2-40B4-BE49-F238E27FC236}">
                <a16:creationId xmlns:a16="http://schemas.microsoft.com/office/drawing/2014/main" id="{605BCA9F-FC20-461D-9118-7EC2AC28D0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75958" y="0"/>
            <a:ext cx="9016043" cy="6858000"/>
          </a:xfrm>
          <a:custGeom>
            <a:avLst/>
            <a:gdLst>
              <a:gd name="connsiteX0" fmla="*/ 5153328 w 9016043"/>
              <a:gd name="connsiteY0" fmla="*/ 0 h 6858000"/>
              <a:gd name="connsiteX1" fmla="*/ 9016043 w 9016043"/>
              <a:gd name="connsiteY1" fmla="*/ 0 h 6858000"/>
              <a:gd name="connsiteX2" fmla="*/ 9016043 w 9016043"/>
              <a:gd name="connsiteY2" fmla="*/ 6858000 h 6858000"/>
              <a:gd name="connsiteX3" fmla="*/ 0 w 9016043"/>
              <a:gd name="connsiteY3" fmla="*/ 6858000 h 6858000"/>
              <a:gd name="connsiteX4" fmla="*/ 5153328 w 9016043"/>
              <a:gd name="connsiteY4" fmla="*/ 681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16043" h="6858000">
                <a:moveTo>
                  <a:pt x="5153328" y="0"/>
                </a:moveTo>
                <a:lnTo>
                  <a:pt x="9016043" y="0"/>
                </a:lnTo>
                <a:lnTo>
                  <a:pt x="9016043" y="6858000"/>
                </a:lnTo>
                <a:lnTo>
                  <a:pt x="0" y="6858000"/>
                </a:lnTo>
                <a:lnTo>
                  <a:pt x="5153328" y="68183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it-IT" noProof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704092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contenuto 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1" y="2667000"/>
            <a:ext cx="5775960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B1F422E5-0916-42D9-AC79-50E4FC133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 sz="16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629399" y="2667000"/>
            <a:ext cx="5013959" cy="3660775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8F869F17-9BF3-4974-956D-0CBCD60BA3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14213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contenuto e immagine_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1" y="2667000"/>
            <a:ext cx="5775960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629399" y="2667000"/>
            <a:ext cx="5013959" cy="3660775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A654DBB0-1027-4E5D-B635-00F2F173A2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4337710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contenuto e immagine_barra forme bianca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334001" y="112976"/>
            <a:ext cx="6858000" cy="6745024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2" name="Segnaposto testo 16">
            <a:extLst>
              <a:ext uri="{FF2B5EF4-FFF2-40B4-BE49-F238E27FC236}">
                <a16:creationId xmlns:a16="http://schemas.microsoft.com/office/drawing/2014/main" id="{E59725C5-1168-4A5F-B420-8E05620196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rot="5400000">
            <a:off x="5238089" y="208890"/>
            <a:ext cx="6745024" cy="6553200"/>
          </a:xfrm>
          <a:gradFill flip="none" rotWithShape="1">
            <a:gsLst>
              <a:gs pos="0">
                <a:schemeClr val="bg1"/>
              </a:gs>
              <a:gs pos="82000">
                <a:schemeClr val="bg1">
                  <a:alpha val="0"/>
                </a:schemeClr>
              </a:gs>
            </a:gsLst>
            <a:lin ang="16200000" scaled="1"/>
            <a:tileRect/>
          </a:gra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1" y="2667000"/>
            <a:ext cx="5775960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7532AFA8-ADE4-4C3E-AF0A-235C724999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7477211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  <p15:guide id="3" pos="432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contenuto e metà immagine orizzontale_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48641" y="2667001"/>
            <a:ext cx="11094718" cy="1757126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4709677"/>
            <a:ext cx="11094717" cy="1500876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4232B29A-2701-4A73-83CF-09E0AB1B2D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946410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contenuto e metà immagine_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48641" y="2667001"/>
            <a:ext cx="5775959" cy="3543552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53200" y="2667001"/>
            <a:ext cx="5090157" cy="3543552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6A52166E-5DA9-4AA1-9355-E8DBFDD90A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9640959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à immagine titolo contenuto e 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3735623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4617492"/>
            <a:ext cx="9890759" cy="1527048"/>
          </a:xfrm>
        </p:spPr>
        <p:txBody>
          <a:bodyPr lIns="91440" rIns="91440"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12976"/>
            <a:ext cx="12191999" cy="3278423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12" name="Segnaposto numero diapositiva 5">
            <a:extLst>
              <a:ext uri="{FF2B5EF4-FFF2-40B4-BE49-F238E27FC236}">
                <a16:creationId xmlns:a16="http://schemas.microsoft.com/office/drawing/2014/main" id="{E9FF8476-DF8C-4276-8CF6-44BC91B88C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270053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à immagine titolo due colonne contenuto e 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3735623"/>
            <a:ext cx="111099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1" y="4617492"/>
            <a:ext cx="5212080" cy="1527048"/>
          </a:xfrm>
        </p:spPr>
        <p:txBody>
          <a:bodyPr lIns="91440" rIns="91440"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12976"/>
            <a:ext cx="12191999" cy="3278423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12" name="Segnaposto contenuto 6">
            <a:extLst>
              <a:ext uri="{FF2B5EF4-FFF2-40B4-BE49-F238E27FC236}">
                <a16:creationId xmlns:a16="http://schemas.microsoft.com/office/drawing/2014/main" id="{E93A96C6-A4F2-43F1-A47D-0D52EF29954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446520" y="4617492"/>
            <a:ext cx="5212080" cy="1527048"/>
          </a:xfrm>
        </p:spPr>
        <p:txBody>
          <a:bodyPr lIns="91440" rIns="91440"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4" name="Segnaposto numero diapositiva 5">
            <a:extLst>
              <a:ext uri="{FF2B5EF4-FFF2-40B4-BE49-F238E27FC236}">
                <a16:creationId xmlns:a16="http://schemas.microsoft.com/office/drawing/2014/main" id="{FC5AD12C-F7F6-431D-ABA4-F7E37CACE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490030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tà immagine titolo due colonne contenuto e 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1698" y="3735622"/>
            <a:ext cx="5013960" cy="2408917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12976"/>
            <a:ext cx="12191999" cy="3278423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3" name="Segnaposto testo 16">
            <a:extLst>
              <a:ext uri="{FF2B5EF4-FFF2-40B4-BE49-F238E27FC236}">
                <a16:creationId xmlns:a16="http://schemas.microsoft.com/office/drawing/2014/main" id="{38376498-C218-4EDB-8416-A59802EF20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39000" y="1981199"/>
            <a:ext cx="4389542" cy="4163339"/>
          </a:xfrm>
          <a:solidFill>
            <a:schemeClr val="bg1"/>
          </a:solidFill>
          <a:ln w="28575">
            <a:solidFill>
              <a:schemeClr val="accent2"/>
            </a:solidFill>
          </a:ln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2" name="Segnaposto contenuto 6">
            <a:extLst>
              <a:ext uri="{FF2B5EF4-FFF2-40B4-BE49-F238E27FC236}">
                <a16:creationId xmlns:a16="http://schemas.microsoft.com/office/drawing/2014/main" id="{E93A96C6-A4F2-43F1-A47D-0D52EF29954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589520" y="2286000"/>
            <a:ext cx="3688080" cy="3581400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chemeClr val="accent2"/>
                </a:solidFill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Contenuto importante</a:t>
            </a:r>
          </a:p>
        </p:txBody>
      </p:sp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1EC81B64-070E-43F3-BCB5-833AB965D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48944" y="3717925"/>
            <a:ext cx="914400" cy="930275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5" name="Segnaposto numero diapositiva 5">
            <a:extLst>
              <a:ext uri="{FF2B5EF4-FFF2-40B4-BE49-F238E27FC236}">
                <a16:creationId xmlns:a16="http://schemas.microsoft.com/office/drawing/2014/main" id="{8D5893EC-1256-429B-9581-379342C236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666431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à immagine immagini multiple titolo due colonne contenuto e 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0" y="4176259"/>
            <a:ext cx="4343400" cy="1968280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12976"/>
            <a:ext cx="12191999" cy="3278423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4" name="Segnaposto immagine 8">
            <a:extLst>
              <a:ext uri="{FF2B5EF4-FFF2-40B4-BE49-F238E27FC236}">
                <a16:creationId xmlns:a16="http://schemas.microsoft.com/office/drawing/2014/main" id="{96DE17A8-F4B7-4571-A6E8-FD28BA425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42834" y="1066801"/>
            <a:ext cx="3505199" cy="5077738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5" name="Segnaposto immagine 8">
            <a:extLst>
              <a:ext uri="{FF2B5EF4-FFF2-40B4-BE49-F238E27FC236}">
                <a16:creationId xmlns:a16="http://schemas.microsoft.com/office/drawing/2014/main" id="{9D9A0502-98A2-467D-BE1C-CE8391C73B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191000" y="4343400"/>
            <a:ext cx="2743200" cy="1801138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6" name="Segnaposto immagine 8">
            <a:extLst>
              <a:ext uri="{FF2B5EF4-FFF2-40B4-BE49-F238E27FC236}">
                <a16:creationId xmlns:a16="http://schemas.microsoft.com/office/drawing/2014/main" id="{8298DB4E-3B92-4CA4-852A-9F647E7219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191000" y="1066801"/>
            <a:ext cx="2743200" cy="3126023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E528B4D-15E8-4161-96F7-75D0217AD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269429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intera con barra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12976"/>
            <a:ext cx="12191999" cy="6745024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7C67066A-9B9E-468B-97C6-94BF615FA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82AF7E6-6C19-4A41-BFA5-44C4F2A37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1106150" cy="518160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11124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inte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9FC59837-0A86-4467-BB38-E2AC882F31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8857779-E765-4EC2-825C-B8E41285A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1106150" cy="518160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04607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magine inte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6" name="Segnaposto testo 16">
            <a:extLst>
              <a:ext uri="{FF2B5EF4-FFF2-40B4-BE49-F238E27FC236}">
                <a16:creationId xmlns:a16="http://schemas.microsoft.com/office/drawing/2014/main" id="{16932398-C947-4474-88D6-4117EC39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61801" y="1189969"/>
            <a:ext cx="4389542" cy="4677431"/>
          </a:xfrm>
          <a:solidFill>
            <a:schemeClr val="bg1">
              <a:alpha val="88000"/>
            </a:schemeClr>
          </a:solidFill>
          <a:ln w="28575">
            <a:solidFill>
              <a:schemeClr val="accent2"/>
            </a:solidFill>
          </a:ln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88FDA84E-9F5D-4D50-8133-68FB098D713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612321" y="1494770"/>
            <a:ext cx="3688080" cy="3915430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Contenuto importante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5AE16EF6-8987-4193-B346-1BEA14401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E2D4840-4EB5-4438-9A16-D0006A68A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1106150" cy="641329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691470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mmagine inte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6" name="Segnaposto testo 16">
            <a:extLst>
              <a:ext uri="{FF2B5EF4-FFF2-40B4-BE49-F238E27FC236}">
                <a16:creationId xmlns:a16="http://schemas.microsoft.com/office/drawing/2014/main" id="{16932398-C947-4474-88D6-4117EC39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2269" y="1189969"/>
            <a:ext cx="4389542" cy="4677431"/>
          </a:xfrm>
          <a:solidFill>
            <a:schemeClr val="accent2">
              <a:alpha val="88000"/>
            </a:schemeClr>
          </a:solidFill>
          <a:ln w="28575">
            <a:solidFill>
              <a:schemeClr val="accent2"/>
            </a:solidFill>
          </a:ln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88FDA84E-9F5D-4D50-8133-68FB098D713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02789" y="1494770"/>
            <a:ext cx="3688080" cy="3915430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chemeClr val="bg1"/>
                </a:solidFill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Contenuto importante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1AC89BA5-7D71-4838-92DC-A9DD44EC05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5614DBA-0879-4C83-B4B4-EECB085A2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1106150" cy="441960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19768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sottotitolo contenuto e metà immagine_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4021648"/>
            <a:ext cx="5090157" cy="1884265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3429000"/>
            <a:ext cx="5090157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2" name="Segnaposto contenuto 6">
            <a:extLst>
              <a:ext uri="{FF2B5EF4-FFF2-40B4-BE49-F238E27FC236}">
                <a16:creationId xmlns:a16="http://schemas.microsoft.com/office/drawing/2014/main" id="{2E79C3B8-3CB6-4D76-8182-4489C35C869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527803" y="4021648"/>
            <a:ext cx="5090157" cy="1884265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3" name="Segnaposto testo 7">
            <a:extLst>
              <a:ext uri="{FF2B5EF4-FFF2-40B4-BE49-F238E27FC236}">
                <a16:creationId xmlns:a16="http://schemas.microsoft.com/office/drawing/2014/main" id="{0CBC5711-960A-4093-BF8D-E1FB5C4179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27803" y="3429000"/>
            <a:ext cx="5090157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4" name="Segnaposto immagine 7">
            <a:extLst>
              <a:ext uri="{FF2B5EF4-FFF2-40B4-BE49-F238E27FC236}">
                <a16:creationId xmlns:a16="http://schemas.microsoft.com/office/drawing/2014/main" id="{37CF37DF-A8A3-42D8-BAFE-0F56DCEC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48944" y="2423061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5" name="Segnaposto immagine 7">
            <a:extLst>
              <a:ext uri="{FF2B5EF4-FFF2-40B4-BE49-F238E27FC236}">
                <a16:creationId xmlns:a16="http://schemas.microsoft.com/office/drawing/2014/main" id="{6C4C965C-0B8E-48F5-AAAC-C3237DCB2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527803" y="2423061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7" name="Segnaposto numero diapositiva 5">
            <a:extLst>
              <a:ext uri="{FF2B5EF4-FFF2-40B4-BE49-F238E27FC236}">
                <a16:creationId xmlns:a16="http://schemas.microsoft.com/office/drawing/2014/main" id="{C94646A1-59D8-49D7-B0E1-B7771AB22D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9806680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olo sottotitolo contenuto e metà immagine_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4021648"/>
            <a:ext cx="3474720" cy="1884265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3429000"/>
            <a:ext cx="3474720" cy="424732"/>
          </a:xfrm>
          <a:noFill/>
        </p:spPr>
        <p:txBody>
          <a:bodyPr wrap="square" lIns="91440" rIns="91440" rtlCol="0">
            <a:noAutofit/>
          </a:bodyPr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2" name="Segnaposto contenuto 6">
            <a:extLst>
              <a:ext uri="{FF2B5EF4-FFF2-40B4-BE49-F238E27FC236}">
                <a16:creationId xmlns:a16="http://schemas.microsoft.com/office/drawing/2014/main" id="{2E79C3B8-3CB6-4D76-8182-4489C35C869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358640" y="4021648"/>
            <a:ext cx="3474720" cy="1884265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3" name="Segnaposto testo 7">
            <a:extLst>
              <a:ext uri="{FF2B5EF4-FFF2-40B4-BE49-F238E27FC236}">
                <a16:creationId xmlns:a16="http://schemas.microsoft.com/office/drawing/2014/main" id="{0CBC5711-960A-4093-BF8D-E1FB5C4179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8640" y="3429000"/>
            <a:ext cx="3474720" cy="424732"/>
          </a:xfrm>
          <a:noFill/>
        </p:spPr>
        <p:txBody>
          <a:bodyPr wrap="square" lIns="91440" rIns="91440" rtlCol="0">
            <a:noAutofit/>
          </a:bodyPr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4" name="Segnaposto immagine 7">
            <a:extLst>
              <a:ext uri="{FF2B5EF4-FFF2-40B4-BE49-F238E27FC236}">
                <a16:creationId xmlns:a16="http://schemas.microsoft.com/office/drawing/2014/main" id="{37CF37DF-A8A3-42D8-BAFE-0F56DCEC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48944" y="2423061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5" name="Segnaposto immagine 7">
            <a:extLst>
              <a:ext uri="{FF2B5EF4-FFF2-40B4-BE49-F238E27FC236}">
                <a16:creationId xmlns:a16="http://schemas.microsoft.com/office/drawing/2014/main" id="{6C4C965C-0B8E-48F5-AAAC-C3237DCB2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358640" y="2423061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6" name="Segnaposto contenuto 6">
            <a:extLst>
              <a:ext uri="{FF2B5EF4-FFF2-40B4-BE49-F238E27FC236}">
                <a16:creationId xmlns:a16="http://schemas.microsoft.com/office/drawing/2014/main" id="{F4C1E55C-86D8-4053-9865-59D5B4F8A350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168640" y="4021648"/>
            <a:ext cx="3474720" cy="1884265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3B68B60C-9D86-4961-A5CE-AB650CA336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68640" y="3429000"/>
            <a:ext cx="3474720" cy="424732"/>
          </a:xfrm>
          <a:noFill/>
        </p:spPr>
        <p:txBody>
          <a:bodyPr wrap="square" lIns="91440" rIns="91440" rtlCol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9" name="Segnaposto immagine 7">
            <a:extLst>
              <a:ext uri="{FF2B5EF4-FFF2-40B4-BE49-F238E27FC236}">
                <a16:creationId xmlns:a16="http://schemas.microsoft.com/office/drawing/2014/main" id="{AFE200E7-D3F0-41C3-92B0-E09677035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168336" y="2423061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21" name="Segnaposto numero diapositiva 5">
            <a:extLst>
              <a:ext uri="{FF2B5EF4-FFF2-40B4-BE49-F238E27FC236}">
                <a16:creationId xmlns:a16="http://schemas.microsoft.com/office/drawing/2014/main" id="{520633DF-6AFD-4B07-9AFD-09317A9CC6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5668240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icona contenuto 2 rig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62600" y="2438400"/>
            <a:ext cx="5901458" cy="975260"/>
          </a:xfrm>
        </p:spPr>
        <p:txBody>
          <a:bodyPr lIns="91440" rIns="91440" rtlCol="0" anchor="ctr">
            <a:noAutofit/>
          </a:bodyPr>
          <a:lstStyle>
            <a:lvl1pPr>
              <a:defRPr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24000" y="2713664"/>
            <a:ext cx="3474720" cy="424732"/>
          </a:xfrm>
          <a:noFill/>
        </p:spPr>
        <p:txBody>
          <a:bodyPr wrap="square" lIns="91440" rIns="91440" rtlCol="0">
            <a:noAutofit/>
          </a:bodyPr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4" name="Segnaposto immagine 7">
            <a:extLst>
              <a:ext uri="{FF2B5EF4-FFF2-40B4-BE49-F238E27FC236}">
                <a16:creationId xmlns:a16="http://schemas.microsoft.com/office/drawing/2014/main" id="{37CF37DF-A8A3-42D8-BAFE-0F56DCEC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48944" y="2564258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20" name="Segnaposto contenuto 6">
            <a:extLst>
              <a:ext uri="{FF2B5EF4-FFF2-40B4-BE49-F238E27FC236}">
                <a16:creationId xmlns:a16="http://schemas.microsoft.com/office/drawing/2014/main" id="{36B305EA-E44E-48DA-922F-20D8D349670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562600" y="4391622"/>
            <a:ext cx="5901458" cy="975260"/>
          </a:xfrm>
        </p:spPr>
        <p:txBody>
          <a:bodyPr lIns="91440" rIns="91440" rtlCol="0" anchor="ctr">
            <a:noAutofit/>
          </a:bodyPr>
          <a:lstStyle>
            <a:lvl1pPr>
              <a:defRPr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038D7323-C655-4E9F-A5C0-AE44AF9070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524000" y="4666886"/>
            <a:ext cx="3474720" cy="424732"/>
          </a:xfrm>
          <a:noFill/>
        </p:spPr>
        <p:txBody>
          <a:bodyPr wrap="square" lIns="91440" rIns="91440" rtlCol="0">
            <a:noAutofit/>
          </a:bodyPr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22" name="Segnaposto immagine 7">
            <a:extLst>
              <a:ext uri="{FF2B5EF4-FFF2-40B4-BE49-F238E27FC236}">
                <a16:creationId xmlns:a16="http://schemas.microsoft.com/office/drawing/2014/main" id="{F79C998E-1F82-4AC1-AD39-82F45A05C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48944" y="4517480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8621574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icona contenuto 3 rig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62600" y="2423061"/>
            <a:ext cx="5901458" cy="1005939"/>
          </a:xfrm>
        </p:spPr>
        <p:txBody>
          <a:bodyPr lIns="91440" rIns="91440" rtlCol="0"/>
          <a:lstStyle>
            <a:lvl1pPr>
              <a:defRPr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24000" y="2547465"/>
            <a:ext cx="3810000" cy="757130"/>
          </a:xfrm>
          <a:noFill/>
        </p:spPr>
        <p:txBody>
          <a:bodyPr wrap="square" lIns="91440" rIns="91440" rtlCol="0" anchor="ctr">
            <a:spAutoFit/>
          </a:bodyPr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4" name="Segnaposto immagine 7">
            <a:extLst>
              <a:ext uri="{FF2B5EF4-FFF2-40B4-BE49-F238E27FC236}">
                <a16:creationId xmlns:a16="http://schemas.microsoft.com/office/drawing/2014/main" id="{37CF37DF-A8A3-42D8-BAFE-0F56DCEC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48944" y="2564258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20" name="Segnaposto contenuto 6">
            <a:extLst>
              <a:ext uri="{FF2B5EF4-FFF2-40B4-BE49-F238E27FC236}">
                <a16:creationId xmlns:a16="http://schemas.microsoft.com/office/drawing/2014/main" id="{36B305EA-E44E-48DA-922F-20D8D349670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562600" y="3556396"/>
            <a:ext cx="5901458" cy="1005939"/>
          </a:xfrm>
        </p:spPr>
        <p:txBody>
          <a:bodyPr lIns="91440" rIns="91440" rtlCol="0"/>
          <a:lstStyle>
            <a:lvl1pPr>
              <a:defRPr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038D7323-C655-4E9F-A5C0-AE44AF9070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524000" y="3680800"/>
            <a:ext cx="3810000" cy="757130"/>
          </a:xfrm>
          <a:noFill/>
        </p:spPr>
        <p:txBody>
          <a:bodyPr wrap="square" lIns="91440" rIns="91440" rtlCol="0" anchor="ctr">
            <a:spAutoFit/>
          </a:bodyPr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22" name="Segnaposto immagine 7">
            <a:extLst>
              <a:ext uri="{FF2B5EF4-FFF2-40B4-BE49-F238E27FC236}">
                <a16:creationId xmlns:a16="http://schemas.microsoft.com/office/drawing/2014/main" id="{F79C998E-1F82-4AC1-AD39-82F45A05C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48944" y="3697593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13" name="Segnaposto contenuto 6">
            <a:extLst>
              <a:ext uri="{FF2B5EF4-FFF2-40B4-BE49-F238E27FC236}">
                <a16:creationId xmlns:a16="http://schemas.microsoft.com/office/drawing/2014/main" id="{3FD6DDB9-4D92-43F8-B746-ABBAB109CA1E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562600" y="4689732"/>
            <a:ext cx="5901458" cy="1005939"/>
          </a:xfrm>
        </p:spPr>
        <p:txBody>
          <a:bodyPr lIns="91440" rIns="91440" rtlCol="0"/>
          <a:lstStyle>
            <a:lvl1pPr>
              <a:defRPr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13E2F95F-BD26-4AA8-941E-3993C9F1DBB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524000" y="4814136"/>
            <a:ext cx="3810000" cy="757130"/>
          </a:xfrm>
          <a:noFill/>
        </p:spPr>
        <p:txBody>
          <a:bodyPr wrap="square" lIns="91440" rIns="91440" rtlCol="0" anchor="ctr">
            <a:spAutoFit/>
          </a:bodyPr>
          <a:lstStyle>
            <a:lvl1pPr marL="0" indent="0">
              <a:buNone/>
              <a:defRPr sz="2400" b="1">
                <a:solidFill>
                  <a:schemeClr val="accent6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9" name="Segnaposto immagine 7">
            <a:extLst>
              <a:ext uri="{FF2B5EF4-FFF2-40B4-BE49-F238E27FC236}">
                <a16:creationId xmlns:a16="http://schemas.microsoft.com/office/drawing/2014/main" id="{68F52DD2-B3F0-4652-8C7B-96406F99F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48944" y="4830929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</p:spTree>
    <p:extLst>
      <p:ext uri="{BB962C8B-B14F-4D97-AF65-F5344CB8AC3E}">
        <p14:creationId xmlns:p14="http://schemas.microsoft.com/office/powerpoint/2010/main" val="28474110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lato patch icona contenuto 3 rig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igura a mano libera: Forma 33">
            <a:extLst>
              <a:ext uri="{FF2B5EF4-FFF2-40B4-BE49-F238E27FC236}">
                <a16:creationId xmlns:a16="http://schemas.microsoft.com/office/drawing/2014/main" id="{724AA86D-A811-42CE-8C83-8053DFC66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8329286 w 8329286"/>
              <a:gd name="connsiteY2" fmla="*/ 68183 h 6858000"/>
              <a:gd name="connsiteX3" fmla="*/ 3175958 w 8329286"/>
              <a:gd name="connsiteY3" fmla="*/ 6858000 h 6858000"/>
              <a:gd name="connsiteX4" fmla="*/ 0 w 8329286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8329286" y="68183"/>
                </a:lnTo>
                <a:lnTo>
                  <a:pt x="317595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151214" y="2035302"/>
            <a:ext cx="4312844" cy="914490"/>
          </a:xfrm>
        </p:spPr>
        <p:txBody>
          <a:bodyPr lIns="91440" rIns="91440" rtlCol="0" anchor="ctr">
            <a:noAutofit/>
          </a:bodyPr>
          <a:lstStyle>
            <a:lvl1pPr marL="0" indent="0">
              <a:buNone/>
              <a:defRPr sz="1400"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840" y="2280181"/>
            <a:ext cx="4937760" cy="424732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r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4" name="Segnaposto immagine 7">
            <a:extLst>
              <a:ext uri="{FF2B5EF4-FFF2-40B4-BE49-F238E27FC236}">
                <a16:creationId xmlns:a16="http://schemas.microsoft.com/office/drawing/2014/main" id="{37CF37DF-A8A3-42D8-BAFE-0F56DCEC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756426" y="1935993"/>
            <a:ext cx="1094116" cy="111310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20" name="Segnaposto contenuto 6">
            <a:extLst>
              <a:ext uri="{FF2B5EF4-FFF2-40B4-BE49-F238E27FC236}">
                <a16:creationId xmlns:a16="http://schemas.microsoft.com/office/drawing/2014/main" id="{36B305EA-E44E-48DA-922F-20D8D349670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071132" y="3576256"/>
            <a:ext cx="5392925" cy="914490"/>
          </a:xfrm>
        </p:spPr>
        <p:txBody>
          <a:bodyPr lIns="91440" rIns="91440" rtlCol="0" anchor="ctr">
            <a:noAutofit/>
          </a:bodyPr>
          <a:lstStyle>
            <a:lvl1pPr marL="0" indent="0">
              <a:buNone/>
              <a:defRPr sz="1400"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038D7323-C655-4E9F-A5C0-AE44AF9070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48640" y="3846999"/>
            <a:ext cx="4023360" cy="424732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r"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22" name="Segnaposto immagine 7">
            <a:extLst>
              <a:ext uri="{FF2B5EF4-FFF2-40B4-BE49-F238E27FC236}">
                <a16:creationId xmlns:a16="http://schemas.microsoft.com/office/drawing/2014/main" id="{F79C998E-1F82-4AC1-AD39-82F45A05C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4508" y="3502811"/>
            <a:ext cx="1094116" cy="111310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13" name="Segnaposto contenuto 6">
            <a:extLst>
              <a:ext uri="{FF2B5EF4-FFF2-40B4-BE49-F238E27FC236}">
                <a16:creationId xmlns:a16="http://schemas.microsoft.com/office/drawing/2014/main" id="{3FD6DDB9-4D92-43F8-B746-ABBAB109CA1E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949699" y="5117210"/>
            <a:ext cx="6514359" cy="914490"/>
          </a:xfrm>
        </p:spPr>
        <p:txBody>
          <a:bodyPr lIns="91440" rIns="91440" rtlCol="0" anchor="ctr">
            <a:noAutofit/>
          </a:bodyPr>
          <a:lstStyle>
            <a:lvl1pPr marL="0" indent="0">
              <a:buNone/>
              <a:defRPr sz="1400"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13E2F95F-BD26-4AA8-941E-3993C9F1DBB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8641" y="5362089"/>
            <a:ext cx="2956560" cy="424732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r">
              <a:buNone/>
              <a:defRPr sz="2000" b="1">
                <a:solidFill>
                  <a:schemeClr val="accent6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9" name="Segnaposto immagine 7">
            <a:extLst>
              <a:ext uri="{FF2B5EF4-FFF2-40B4-BE49-F238E27FC236}">
                <a16:creationId xmlns:a16="http://schemas.microsoft.com/office/drawing/2014/main" id="{68F52DD2-B3F0-4652-8C7B-96406F99F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680392" y="5017901"/>
            <a:ext cx="1094116" cy="111310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35" name="Figura a mano libera: Forma 34">
            <a:extLst>
              <a:ext uri="{FF2B5EF4-FFF2-40B4-BE49-F238E27FC236}">
                <a16:creationId xmlns:a16="http://schemas.microsoft.com/office/drawing/2014/main" id="{79F57DF2-7AB9-4D3A-AADE-E93D5621B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358974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lato patch 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igura a mano libera: Forma 33">
            <a:extLst>
              <a:ext uri="{FF2B5EF4-FFF2-40B4-BE49-F238E27FC236}">
                <a16:creationId xmlns:a16="http://schemas.microsoft.com/office/drawing/2014/main" id="{724AA86D-A811-42CE-8C83-8053DFC66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8329286 w 8329286"/>
              <a:gd name="connsiteY2" fmla="*/ 68183 h 6858000"/>
              <a:gd name="connsiteX3" fmla="*/ 3175958 w 8329286"/>
              <a:gd name="connsiteY3" fmla="*/ 6858000 h 6858000"/>
              <a:gd name="connsiteX4" fmla="*/ 0 w 8329286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8329286" y="68183"/>
                </a:lnTo>
                <a:lnTo>
                  <a:pt x="317595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15" name="Figura a mano libera: Forma 14">
            <a:extLst>
              <a:ext uri="{FF2B5EF4-FFF2-40B4-BE49-F238E27FC236}">
                <a16:creationId xmlns:a16="http://schemas.microsoft.com/office/drawing/2014/main" id="{89314C5F-7D40-40CF-8951-9660A5ACE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B4884FC-8C22-42B9-9E84-2B12AC733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018097" y="5181600"/>
            <a:ext cx="688207" cy="0"/>
          </a:xfrm>
          <a:prstGeom prst="line">
            <a:avLst/>
          </a:prstGeom>
          <a:ln w="571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C6B9C406-BFD3-481F-9B48-3DCA3A330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751896" y="5181600"/>
            <a:ext cx="688207" cy="0"/>
          </a:xfrm>
          <a:prstGeom prst="line">
            <a:avLst/>
          </a:prstGeom>
          <a:ln w="571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4AF3D50D-B3D8-4A41-84D8-4BE250D1B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485696" y="5181600"/>
            <a:ext cx="688207" cy="0"/>
          </a:xfrm>
          <a:prstGeom prst="line">
            <a:avLst/>
          </a:prstGeom>
          <a:ln w="571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egnaposto immagine 8">
            <a:extLst>
              <a:ext uri="{FF2B5EF4-FFF2-40B4-BE49-F238E27FC236}">
                <a16:creationId xmlns:a16="http://schemas.microsoft.com/office/drawing/2014/main" id="{D7401DA1-CBDE-40D5-856F-25C28280F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33401" y="2057401"/>
            <a:ext cx="3657599" cy="2762808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 1</a:t>
            </a:r>
          </a:p>
        </p:txBody>
      </p:sp>
      <p:sp>
        <p:nvSpPr>
          <p:cNvPr id="30" name="Segnaposto immagine 8">
            <a:extLst>
              <a:ext uri="{FF2B5EF4-FFF2-40B4-BE49-F238E27FC236}">
                <a16:creationId xmlns:a16="http://schemas.microsoft.com/office/drawing/2014/main" id="{6321F101-EC7B-4128-A7FA-373AC507D3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267200" y="2057401"/>
            <a:ext cx="3657599" cy="2762808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 2</a:t>
            </a:r>
          </a:p>
        </p:txBody>
      </p:sp>
      <p:sp>
        <p:nvSpPr>
          <p:cNvPr id="31" name="Segnaposto immagine 8">
            <a:extLst>
              <a:ext uri="{FF2B5EF4-FFF2-40B4-BE49-F238E27FC236}">
                <a16:creationId xmlns:a16="http://schemas.microsoft.com/office/drawing/2014/main" id="{229667AF-39CB-43E6-8D30-A2DDF8365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001000" y="2057401"/>
            <a:ext cx="3657599" cy="2762808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 3</a:t>
            </a:r>
          </a:p>
        </p:txBody>
      </p:sp>
      <p:sp>
        <p:nvSpPr>
          <p:cNvPr id="32" name="Segnaposto testo 7">
            <a:extLst>
              <a:ext uri="{FF2B5EF4-FFF2-40B4-BE49-F238E27FC236}">
                <a16:creationId xmlns:a16="http://schemas.microsoft.com/office/drawing/2014/main" id="{125C62A5-1A39-471E-B819-35EB9F8B0C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5542992"/>
            <a:ext cx="3642359" cy="424732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33" name="Segnaposto testo 7">
            <a:extLst>
              <a:ext uri="{FF2B5EF4-FFF2-40B4-BE49-F238E27FC236}">
                <a16:creationId xmlns:a16="http://schemas.microsoft.com/office/drawing/2014/main" id="{EB4CA538-2AD9-458A-B582-2FBFEAF60CF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67200" y="5542992"/>
            <a:ext cx="3642359" cy="424732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35" name="Segnaposto testo 7">
            <a:extLst>
              <a:ext uri="{FF2B5EF4-FFF2-40B4-BE49-F238E27FC236}">
                <a16:creationId xmlns:a16="http://schemas.microsoft.com/office/drawing/2014/main" id="{857C263B-EA99-4350-84C0-08B9746AEC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01000" y="5542992"/>
            <a:ext cx="3642359" cy="424732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</p:spTree>
    <p:extLst>
      <p:ext uri="{BB962C8B-B14F-4D97-AF65-F5344CB8AC3E}">
        <p14:creationId xmlns:p14="http://schemas.microsoft.com/office/powerpoint/2010/main" val="1184759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igura a mano libera: Forma 33">
            <a:extLst>
              <a:ext uri="{FF2B5EF4-FFF2-40B4-BE49-F238E27FC236}">
                <a16:creationId xmlns:a16="http://schemas.microsoft.com/office/drawing/2014/main" id="{724AA86D-A811-42CE-8C83-8053DFC66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8329286 w 8329286"/>
              <a:gd name="connsiteY2" fmla="*/ 68183 h 6858000"/>
              <a:gd name="connsiteX3" fmla="*/ 3175958 w 8329286"/>
              <a:gd name="connsiteY3" fmla="*/ 6858000 h 6858000"/>
              <a:gd name="connsiteX4" fmla="*/ 0 w 8329286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8329286" y="68183"/>
                </a:lnTo>
                <a:lnTo>
                  <a:pt x="317595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15" name="Figura a mano libera: Forma 14">
            <a:extLst>
              <a:ext uri="{FF2B5EF4-FFF2-40B4-BE49-F238E27FC236}">
                <a16:creationId xmlns:a16="http://schemas.microsoft.com/office/drawing/2014/main" id="{89314C5F-7D40-40CF-8951-9660A5ACE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B4884FC-8C22-42B9-9E84-2B12AC733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751397" y="5027659"/>
            <a:ext cx="688207" cy="0"/>
          </a:xfrm>
          <a:prstGeom prst="line">
            <a:avLst/>
          </a:prstGeom>
          <a:ln w="571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egnaposto immagine 8">
            <a:extLst>
              <a:ext uri="{FF2B5EF4-FFF2-40B4-BE49-F238E27FC236}">
                <a16:creationId xmlns:a16="http://schemas.microsoft.com/office/drawing/2014/main" id="{D7401DA1-CBDE-40D5-856F-25C28280F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23902" y="2057402"/>
            <a:ext cx="2743197" cy="274319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32" name="Segnaposto testo 7">
            <a:extLst>
              <a:ext uri="{FF2B5EF4-FFF2-40B4-BE49-F238E27FC236}">
                <a16:creationId xmlns:a16="http://schemas.microsoft.com/office/drawing/2014/main" id="{125C62A5-1A39-471E-B819-35EB9F8B0C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1021" y="5307558"/>
            <a:ext cx="3108959" cy="424732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2"/>
                </a:solidFill>
                <a:latin typeface="+mj-lt"/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2FD9C5C0-2B13-4BD9-BA25-5F692DE9E8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1021" y="5688559"/>
            <a:ext cx="3108959" cy="323629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2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971D9F8-CAE6-4680-A029-F96D0F1441FD}"/>
              </a:ext>
            </a:extLst>
          </p:cNvPr>
          <p:cNvCxnSpPr>
            <a:cxnSpLocks/>
          </p:cNvCxnSpPr>
          <p:nvPr userDrawn="1"/>
        </p:nvCxnSpPr>
        <p:spPr>
          <a:xfrm flipH="1">
            <a:off x="3907846" y="2747071"/>
            <a:ext cx="2160050" cy="2836074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A31598D0-210A-4FC8-9A7B-BFA0921CF2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536511" y="3617080"/>
            <a:ext cx="0" cy="109728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po 5">
            <a:extLst>
              <a:ext uri="{FF2B5EF4-FFF2-40B4-BE49-F238E27FC236}">
                <a16:creationId xmlns:a16="http://schemas.microsoft.com/office/drawing/2014/main" id="{606439E2-68F5-46DF-9799-ABBEBECFD3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906013" y="2754546"/>
            <a:ext cx="3254399" cy="2828600"/>
            <a:chOff x="4431264" y="2199060"/>
            <a:chExt cx="3363136" cy="2828600"/>
          </a:xfrm>
        </p:grpSpPr>
        <p:cxnSp>
          <p:nvCxnSpPr>
            <p:cNvPr id="21" name="Connettore diritto 20">
              <a:extLst>
                <a:ext uri="{FF2B5EF4-FFF2-40B4-BE49-F238E27FC236}">
                  <a16:creationId xmlns:a16="http://schemas.microsoft.com/office/drawing/2014/main" id="{E95E9585-55FC-4C03-8122-DED9B077D9F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7227429" y="1632088"/>
              <a:ext cx="0" cy="1133943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F2403E01-A7A9-4801-84C2-A2B3D9B7F577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950988" y="4507936"/>
              <a:ext cx="0" cy="1039447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egnaposto immagine 8">
            <a:extLst>
              <a:ext uri="{FF2B5EF4-FFF2-40B4-BE49-F238E27FC236}">
                <a16:creationId xmlns:a16="http://schemas.microsoft.com/office/drawing/2014/main" id="{BDA24073-E1E8-43FF-B135-B2947B972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 userDrawn="1">
            <p:ph type="pic" sz="quarter" idx="19" hasCustomPrompt="1"/>
          </p:nvPr>
        </p:nvSpPr>
        <p:spPr>
          <a:xfrm>
            <a:off x="5426747" y="3663296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6" name="Segnaposto immagine 8">
            <a:extLst>
              <a:ext uri="{FF2B5EF4-FFF2-40B4-BE49-F238E27FC236}">
                <a16:creationId xmlns:a16="http://schemas.microsoft.com/office/drawing/2014/main" id="{DAD1D946-AD65-4E2D-A739-D93BA1AC1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 userDrawn="1">
            <p:ph type="pic" sz="quarter" idx="20" hasCustomPrompt="1"/>
          </p:nvPr>
        </p:nvSpPr>
        <p:spPr>
          <a:xfrm>
            <a:off x="4408933" y="5090164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immagine 8">
            <a:extLst>
              <a:ext uri="{FF2B5EF4-FFF2-40B4-BE49-F238E27FC236}">
                <a16:creationId xmlns:a16="http://schemas.microsoft.com/office/drawing/2014/main" id="{036FD13F-5CDF-4A6F-A890-1F23EA5902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 userDrawn="1">
            <p:ph type="pic" sz="quarter" idx="21" hasCustomPrompt="1"/>
          </p:nvPr>
        </p:nvSpPr>
        <p:spPr>
          <a:xfrm>
            <a:off x="6458832" y="2223786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cxnSp>
        <p:nvCxnSpPr>
          <p:cNvPr id="36" name="Connettore diritto 35">
            <a:extLst>
              <a:ext uri="{FF2B5EF4-FFF2-40B4-BE49-F238E27FC236}">
                <a16:creationId xmlns:a16="http://schemas.microsoft.com/office/drawing/2014/main" id="{4EA974DF-48E5-46E7-9453-8A47028BC5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7036660" y="2747071"/>
            <a:ext cx="2160050" cy="2836074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diritto 36">
            <a:extLst>
              <a:ext uri="{FF2B5EF4-FFF2-40B4-BE49-F238E27FC236}">
                <a16:creationId xmlns:a16="http://schemas.microsoft.com/office/drawing/2014/main" id="{CA85692E-DBD5-4FD7-95CA-849C10263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8665325" y="3617080"/>
            <a:ext cx="0" cy="109728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606422F5-A2F2-43D5-84EE-F875A28A7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034827" y="2754546"/>
            <a:ext cx="3254399" cy="2828600"/>
            <a:chOff x="4431264" y="2199060"/>
            <a:chExt cx="3363136" cy="2828600"/>
          </a:xfrm>
        </p:grpSpPr>
        <p:cxnSp>
          <p:nvCxnSpPr>
            <p:cNvPr id="39" name="Connettore diritto 38">
              <a:extLst>
                <a:ext uri="{FF2B5EF4-FFF2-40B4-BE49-F238E27FC236}">
                  <a16:creationId xmlns:a16="http://schemas.microsoft.com/office/drawing/2014/main" id="{4BDD12EB-7EFD-4370-A7C6-9E57D6A7C6DF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7227429" y="1632088"/>
              <a:ext cx="0" cy="1133943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diritto 39">
              <a:extLst>
                <a:ext uri="{FF2B5EF4-FFF2-40B4-BE49-F238E27FC236}">
                  <a16:creationId xmlns:a16="http://schemas.microsoft.com/office/drawing/2014/main" id="{95D1AAC8-713E-418F-B7B4-27B58BDFD77C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950988" y="4507936"/>
              <a:ext cx="0" cy="1039447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Segnaposto immagine 8">
            <a:extLst>
              <a:ext uri="{FF2B5EF4-FFF2-40B4-BE49-F238E27FC236}">
                <a16:creationId xmlns:a16="http://schemas.microsoft.com/office/drawing/2014/main" id="{DEE070FD-95C9-4396-B429-69E1E14E3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555561" y="3663296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2" name="Segnaposto immagine 8">
            <a:extLst>
              <a:ext uri="{FF2B5EF4-FFF2-40B4-BE49-F238E27FC236}">
                <a16:creationId xmlns:a16="http://schemas.microsoft.com/office/drawing/2014/main" id="{5A9E7D40-35C3-4F7D-AAB6-D4168037C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537747" y="5090164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3" name="Segnaposto immagine 8">
            <a:extLst>
              <a:ext uri="{FF2B5EF4-FFF2-40B4-BE49-F238E27FC236}">
                <a16:creationId xmlns:a16="http://schemas.microsoft.com/office/drawing/2014/main" id="{13CB6343-C37E-4656-A566-EA9A3A1BF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587646" y="2223786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4" name="Segnaposto testo 7">
            <a:extLst>
              <a:ext uri="{FF2B5EF4-FFF2-40B4-BE49-F238E27FC236}">
                <a16:creationId xmlns:a16="http://schemas.microsoft.com/office/drawing/2014/main" id="{847B0A6E-95FE-4876-8783-F2D69813E0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95850" y="2643605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5" name="Segnaposto testo 7">
            <a:extLst>
              <a:ext uri="{FF2B5EF4-FFF2-40B4-BE49-F238E27FC236}">
                <a16:creationId xmlns:a16="http://schemas.microsoft.com/office/drawing/2014/main" id="{4E9CD2A8-E96D-45CF-B252-F6F8267FF34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557415" y="4083115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6" name="Segnaposto testo 7">
            <a:extLst>
              <a:ext uri="{FF2B5EF4-FFF2-40B4-BE49-F238E27FC236}">
                <a16:creationId xmlns:a16="http://schemas.microsoft.com/office/drawing/2014/main" id="{1AE8BBFE-01C4-4028-9B89-8D3A005A4B8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564282" y="5509983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7" name="Segnaposto testo 7">
            <a:extLst>
              <a:ext uri="{FF2B5EF4-FFF2-40B4-BE49-F238E27FC236}">
                <a16:creationId xmlns:a16="http://schemas.microsoft.com/office/drawing/2014/main" id="{49C15349-435A-457E-9835-D4345AD3ED9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727786" y="2643605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8" name="Segnaposto testo 7">
            <a:extLst>
              <a:ext uri="{FF2B5EF4-FFF2-40B4-BE49-F238E27FC236}">
                <a16:creationId xmlns:a16="http://schemas.microsoft.com/office/drawing/2014/main" id="{06DC437D-C5F6-49FA-8BF0-932297827EA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89351" y="4083115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9" name="Segnaposto testo 7">
            <a:extLst>
              <a:ext uri="{FF2B5EF4-FFF2-40B4-BE49-F238E27FC236}">
                <a16:creationId xmlns:a16="http://schemas.microsoft.com/office/drawing/2014/main" id="{9DB16E7F-EE86-4AF9-871B-5614FE2D44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696218" y="5509983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</p:spTree>
    <p:extLst>
      <p:ext uri="{BB962C8B-B14F-4D97-AF65-F5344CB8AC3E}">
        <p14:creationId xmlns:p14="http://schemas.microsoft.com/office/powerpoint/2010/main" val="36222131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Org gra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8" name="Segnaposto immagine 8">
            <a:extLst>
              <a:ext uri="{FF2B5EF4-FFF2-40B4-BE49-F238E27FC236}">
                <a16:creationId xmlns:a16="http://schemas.microsoft.com/office/drawing/2014/main" id="{48934421-B8F7-41B6-9EC4-5E3C49742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960064" y="1981200"/>
            <a:ext cx="1523993" cy="1523994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0" name="Segnaposto testo 7">
            <a:extLst>
              <a:ext uri="{FF2B5EF4-FFF2-40B4-BE49-F238E27FC236}">
                <a16:creationId xmlns:a16="http://schemas.microsoft.com/office/drawing/2014/main" id="{4BACF049-4E3E-418D-9DB0-9D63BDDD2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88864" y="2618469"/>
            <a:ext cx="3108959" cy="424732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2" name="Segnaposto testo 7">
            <a:extLst>
              <a:ext uri="{FF2B5EF4-FFF2-40B4-BE49-F238E27FC236}">
                <a16:creationId xmlns:a16="http://schemas.microsoft.com/office/drawing/2014/main" id="{EFE2AF5B-D21D-4FE5-932F-F2989F6E01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88864" y="2999470"/>
            <a:ext cx="3108959" cy="323629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2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266B4E82-4E92-438C-9DBD-FDAC98DBA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6146423" y="665228"/>
            <a:ext cx="0" cy="740664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immagine 8">
            <a:extLst>
              <a:ext uri="{FF2B5EF4-FFF2-40B4-BE49-F238E27FC236}">
                <a16:creationId xmlns:a16="http://schemas.microsoft.com/office/drawing/2014/main" id="{5C2A05E4-0266-470B-94B6-0EA500EFD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11223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8B705CE2-63BB-44EF-9494-D7197888F26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20494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18" name="Segnaposto testo 7">
            <a:extLst>
              <a:ext uri="{FF2B5EF4-FFF2-40B4-BE49-F238E27FC236}">
                <a16:creationId xmlns:a16="http://schemas.microsoft.com/office/drawing/2014/main" id="{91C9BD3E-CCA7-4ADF-83CB-175C316AEA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520494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19" name="Segnaposto immagine 8">
            <a:extLst>
              <a:ext uri="{FF2B5EF4-FFF2-40B4-BE49-F238E27FC236}">
                <a16:creationId xmlns:a16="http://schemas.microsoft.com/office/drawing/2014/main" id="{DC756ECA-27F0-4309-A411-2021931A3A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640023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0" name="Segnaposto testo 7">
            <a:extLst>
              <a:ext uri="{FF2B5EF4-FFF2-40B4-BE49-F238E27FC236}">
                <a16:creationId xmlns:a16="http://schemas.microsoft.com/office/drawing/2014/main" id="{BCC1B1EE-9270-494A-B26E-3E810517012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49294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621D9997-09EF-468A-A3A6-7C2705CF175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349294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2" name="Segnaposto immagine 8">
            <a:extLst>
              <a:ext uri="{FF2B5EF4-FFF2-40B4-BE49-F238E27FC236}">
                <a16:creationId xmlns:a16="http://schemas.microsoft.com/office/drawing/2014/main" id="{CC2A50A3-3A8F-469D-B16E-A06FD4C2A9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5449773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3" name="Segnaposto testo 7">
            <a:extLst>
              <a:ext uri="{FF2B5EF4-FFF2-40B4-BE49-F238E27FC236}">
                <a16:creationId xmlns:a16="http://schemas.microsoft.com/office/drawing/2014/main" id="{065EDDEE-214F-4148-8B8C-0BA5AEF7658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044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4" name="Segnaposto testo 7">
            <a:extLst>
              <a:ext uri="{FF2B5EF4-FFF2-40B4-BE49-F238E27FC236}">
                <a16:creationId xmlns:a16="http://schemas.microsoft.com/office/drawing/2014/main" id="{520C0E2F-F27A-44AC-BB9A-74F62BEC57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159044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5" name="Segnaposto immagine 8">
            <a:extLst>
              <a:ext uri="{FF2B5EF4-FFF2-40B4-BE49-F238E27FC236}">
                <a16:creationId xmlns:a16="http://schemas.microsoft.com/office/drawing/2014/main" id="{ADC5446D-3469-43DA-ACE3-2AEC5B9038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59523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6" name="Segnaposto testo 7">
            <a:extLst>
              <a:ext uri="{FF2B5EF4-FFF2-40B4-BE49-F238E27FC236}">
                <a16:creationId xmlns:a16="http://schemas.microsoft.com/office/drawing/2014/main" id="{4BF91944-817D-4080-9FC7-1C01D3C52F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968794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7" name="Segnaposto testo 7">
            <a:extLst>
              <a:ext uri="{FF2B5EF4-FFF2-40B4-BE49-F238E27FC236}">
                <a16:creationId xmlns:a16="http://schemas.microsoft.com/office/drawing/2014/main" id="{B6FC5678-B04A-4631-9DFF-776737E9C8A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68794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8" name="Segnaposto immagine 8">
            <a:extLst>
              <a:ext uri="{FF2B5EF4-FFF2-40B4-BE49-F238E27FC236}">
                <a16:creationId xmlns:a16="http://schemas.microsoft.com/office/drawing/2014/main" id="{BF024C2A-A070-4BF1-BA78-8FDD47DED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9066634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9" name="Segnaposto testo 7">
            <a:extLst>
              <a:ext uri="{FF2B5EF4-FFF2-40B4-BE49-F238E27FC236}">
                <a16:creationId xmlns:a16="http://schemas.microsoft.com/office/drawing/2014/main" id="{72D75690-3F0F-4257-84B4-90CB4E6BB7E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775905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30" name="Segnaposto testo 7">
            <a:extLst>
              <a:ext uri="{FF2B5EF4-FFF2-40B4-BE49-F238E27FC236}">
                <a16:creationId xmlns:a16="http://schemas.microsoft.com/office/drawing/2014/main" id="{FC3E89DF-7D8F-458A-910F-B06B607998A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75905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</p:spTree>
    <p:extLst>
      <p:ext uri="{BB962C8B-B14F-4D97-AF65-F5344CB8AC3E}">
        <p14:creationId xmlns:p14="http://schemas.microsoft.com/office/powerpoint/2010/main" val="372609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Org grafic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8" name="Segnaposto immagine 8">
            <a:extLst>
              <a:ext uri="{FF2B5EF4-FFF2-40B4-BE49-F238E27FC236}">
                <a16:creationId xmlns:a16="http://schemas.microsoft.com/office/drawing/2014/main" id="{48934421-B8F7-41B6-9EC4-5E3C49742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596641" y="1981200"/>
            <a:ext cx="1523993" cy="1523994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0" name="Segnaposto testo 7">
            <a:extLst>
              <a:ext uri="{FF2B5EF4-FFF2-40B4-BE49-F238E27FC236}">
                <a16:creationId xmlns:a16="http://schemas.microsoft.com/office/drawing/2014/main" id="{4BACF049-4E3E-418D-9DB0-9D63BDDD2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25441" y="2618469"/>
            <a:ext cx="3108959" cy="424732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2" name="Segnaposto testo 7">
            <a:extLst>
              <a:ext uri="{FF2B5EF4-FFF2-40B4-BE49-F238E27FC236}">
                <a16:creationId xmlns:a16="http://schemas.microsoft.com/office/drawing/2014/main" id="{EFE2AF5B-D21D-4FE5-932F-F2989F6E01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25441" y="2999470"/>
            <a:ext cx="3108959" cy="323629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2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266B4E82-4E92-438C-9DBD-FDAC98DBA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6165169" y="-112012"/>
            <a:ext cx="0" cy="896112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immagine 8">
            <a:extLst>
              <a:ext uri="{FF2B5EF4-FFF2-40B4-BE49-F238E27FC236}">
                <a16:creationId xmlns:a16="http://schemas.microsoft.com/office/drawing/2014/main" id="{5C2A05E4-0266-470B-94B6-0EA500EFD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052729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8B705CE2-63BB-44EF-9494-D7197888F26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2000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18" name="Segnaposto testo 7">
            <a:extLst>
              <a:ext uri="{FF2B5EF4-FFF2-40B4-BE49-F238E27FC236}">
                <a16:creationId xmlns:a16="http://schemas.microsoft.com/office/drawing/2014/main" id="{91C9BD3E-CCA7-4ADF-83CB-175C316AEA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62000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19" name="Segnaposto immagine 8">
            <a:extLst>
              <a:ext uri="{FF2B5EF4-FFF2-40B4-BE49-F238E27FC236}">
                <a16:creationId xmlns:a16="http://schemas.microsoft.com/office/drawing/2014/main" id="{DC756ECA-27F0-4309-A411-2021931A3A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881529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0" name="Segnaposto testo 7">
            <a:extLst>
              <a:ext uri="{FF2B5EF4-FFF2-40B4-BE49-F238E27FC236}">
                <a16:creationId xmlns:a16="http://schemas.microsoft.com/office/drawing/2014/main" id="{BCC1B1EE-9270-494A-B26E-3E810517012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590800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621D9997-09EF-468A-A3A6-7C2705CF175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90800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2" name="Segnaposto immagine 8">
            <a:extLst>
              <a:ext uri="{FF2B5EF4-FFF2-40B4-BE49-F238E27FC236}">
                <a16:creationId xmlns:a16="http://schemas.microsoft.com/office/drawing/2014/main" id="{CC2A50A3-3A8F-469D-B16E-A06FD4C2A9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691279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3" name="Segnaposto testo 7">
            <a:extLst>
              <a:ext uri="{FF2B5EF4-FFF2-40B4-BE49-F238E27FC236}">
                <a16:creationId xmlns:a16="http://schemas.microsoft.com/office/drawing/2014/main" id="{065EDDEE-214F-4148-8B8C-0BA5AEF7658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00550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4" name="Segnaposto testo 7">
            <a:extLst>
              <a:ext uri="{FF2B5EF4-FFF2-40B4-BE49-F238E27FC236}">
                <a16:creationId xmlns:a16="http://schemas.microsoft.com/office/drawing/2014/main" id="{520C0E2F-F27A-44AC-BB9A-74F62BEC57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00550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5" name="Segnaposto immagine 8">
            <a:extLst>
              <a:ext uri="{FF2B5EF4-FFF2-40B4-BE49-F238E27FC236}">
                <a16:creationId xmlns:a16="http://schemas.microsoft.com/office/drawing/2014/main" id="{ADC5446D-3469-43DA-ACE3-2AEC5B9038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501029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6" name="Segnaposto testo 7">
            <a:extLst>
              <a:ext uri="{FF2B5EF4-FFF2-40B4-BE49-F238E27FC236}">
                <a16:creationId xmlns:a16="http://schemas.microsoft.com/office/drawing/2014/main" id="{4BF91944-817D-4080-9FC7-1C01D3C52F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10300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7" name="Segnaposto testo 7">
            <a:extLst>
              <a:ext uri="{FF2B5EF4-FFF2-40B4-BE49-F238E27FC236}">
                <a16:creationId xmlns:a16="http://schemas.microsoft.com/office/drawing/2014/main" id="{B6FC5678-B04A-4631-9DFF-776737E9C8A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10300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8" name="Segnaposto immagine 8">
            <a:extLst>
              <a:ext uri="{FF2B5EF4-FFF2-40B4-BE49-F238E27FC236}">
                <a16:creationId xmlns:a16="http://schemas.microsoft.com/office/drawing/2014/main" id="{BF024C2A-A070-4BF1-BA78-8FDD47DED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8308140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9" name="Segnaposto testo 7">
            <a:extLst>
              <a:ext uri="{FF2B5EF4-FFF2-40B4-BE49-F238E27FC236}">
                <a16:creationId xmlns:a16="http://schemas.microsoft.com/office/drawing/2014/main" id="{72D75690-3F0F-4257-84B4-90CB4E6BB7E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17411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30" name="Segnaposto testo 7">
            <a:extLst>
              <a:ext uri="{FF2B5EF4-FFF2-40B4-BE49-F238E27FC236}">
                <a16:creationId xmlns:a16="http://schemas.microsoft.com/office/drawing/2014/main" id="{FC3E89DF-7D8F-458A-910F-B06B607998A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017411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31" name="Segnaposto immagine 8">
            <a:extLst>
              <a:ext uri="{FF2B5EF4-FFF2-40B4-BE49-F238E27FC236}">
                <a16:creationId xmlns:a16="http://schemas.microsoft.com/office/drawing/2014/main" id="{49030BC1-7B5E-4BBD-AB44-8615DCFD4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0115251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32" name="Segnaposto testo 7">
            <a:extLst>
              <a:ext uri="{FF2B5EF4-FFF2-40B4-BE49-F238E27FC236}">
                <a16:creationId xmlns:a16="http://schemas.microsoft.com/office/drawing/2014/main" id="{10ED1CED-11B2-4927-93A4-CE47939F0AE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824522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33" name="Segnaposto testo 7">
            <a:extLst>
              <a:ext uri="{FF2B5EF4-FFF2-40B4-BE49-F238E27FC236}">
                <a16:creationId xmlns:a16="http://schemas.microsoft.com/office/drawing/2014/main" id="{39E2E141-317E-41F9-853F-B96493C8FB9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824522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</p:spTree>
    <p:extLst>
      <p:ext uri="{BB962C8B-B14F-4D97-AF65-F5344CB8AC3E}">
        <p14:creationId xmlns:p14="http://schemas.microsoft.com/office/powerpoint/2010/main" val="3782655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Org grafic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8" name="Segnaposto immagine 8">
            <a:extLst>
              <a:ext uri="{FF2B5EF4-FFF2-40B4-BE49-F238E27FC236}">
                <a16:creationId xmlns:a16="http://schemas.microsoft.com/office/drawing/2014/main" id="{48934421-B8F7-41B6-9EC4-5E3C49742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178095" y="1905000"/>
            <a:ext cx="1255400" cy="1255400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0" name="Segnaposto testo 7">
            <a:extLst>
              <a:ext uri="{FF2B5EF4-FFF2-40B4-BE49-F238E27FC236}">
                <a16:creationId xmlns:a16="http://schemas.microsoft.com/office/drawing/2014/main" id="{4BACF049-4E3E-418D-9DB0-9D63BDDD2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01136" y="2288331"/>
            <a:ext cx="3108959" cy="290097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2" name="Segnaposto testo 7">
            <a:extLst>
              <a:ext uri="{FF2B5EF4-FFF2-40B4-BE49-F238E27FC236}">
                <a16:creationId xmlns:a16="http://schemas.microsoft.com/office/drawing/2014/main" id="{EFE2AF5B-D21D-4FE5-932F-F2989F6E01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01136" y="2566041"/>
            <a:ext cx="3108959" cy="221043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2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266B4E82-4E92-438C-9DBD-FDAC98DBA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6165169" y="-670561"/>
            <a:ext cx="0" cy="896112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immagine 8">
            <a:extLst>
              <a:ext uri="{FF2B5EF4-FFF2-40B4-BE49-F238E27FC236}">
                <a16:creationId xmlns:a16="http://schemas.microsoft.com/office/drawing/2014/main" id="{5C2A05E4-0266-470B-94B6-0EA500EFD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1098449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8B705CE2-63BB-44EF-9494-D7197888F26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2000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18" name="Segnaposto testo 7">
            <a:extLst>
              <a:ext uri="{FF2B5EF4-FFF2-40B4-BE49-F238E27FC236}">
                <a16:creationId xmlns:a16="http://schemas.microsoft.com/office/drawing/2014/main" id="{91C9BD3E-CCA7-4ADF-83CB-175C316AEA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62000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19" name="Segnaposto immagine 8">
            <a:extLst>
              <a:ext uri="{FF2B5EF4-FFF2-40B4-BE49-F238E27FC236}">
                <a16:creationId xmlns:a16="http://schemas.microsoft.com/office/drawing/2014/main" id="{DC756ECA-27F0-4309-A411-2021931A3A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2927249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0" name="Segnaposto testo 7">
            <a:extLst>
              <a:ext uri="{FF2B5EF4-FFF2-40B4-BE49-F238E27FC236}">
                <a16:creationId xmlns:a16="http://schemas.microsoft.com/office/drawing/2014/main" id="{BCC1B1EE-9270-494A-B26E-3E810517012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590800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621D9997-09EF-468A-A3A6-7C2705CF175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90800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2" name="Segnaposto immagine 8">
            <a:extLst>
              <a:ext uri="{FF2B5EF4-FFF2-40B4-BE49-F238E27FC236}">
                <a16:creationId xmlns:a16="http://schemas.microsoft.com/office/drawing/2014/main" id="{CC2A50A3-3A8F-469D-B16E-A06FD4C2A9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30" hasCustomPrompt="1"/>
          </p:nvPr>
        </p:nvSpPr>
        <p:spPr>
          <a:xfrm>
            <a:off x="4736999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3" name="Segnaposto testo 7">
            <a:extLst>
              <a:ext uri="{FF2B5EF4-FFF2-40B4-BE49-F238E27FC236}">
                <a16:creationId xmlns:a16="http://schemas.microsoft.com/office/drawing/2014/main" id="{065EDDEE-214F-4148-8B8C-0BA5AEF7658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00550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4" name="Segnaposto testo 7">
            <a:extLst>
              <a:ext uri="{FF2B5EF4-FFF2-40B4-BE49-F238E27FC236}">
                <a16:creationId xmlns:a16="http://schemas.microsoft.com/office/drawing/2014/main" id="{520C0E2F-F27A-44AC-BB9A-74F62BEC57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00550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5" name="Segnaposto immagine 8">
            <a:extLst>
              <a:ext uri="{FF2B5EF4-FFF2-40B4-BE49-F238E27FC236}">
                <a16:creationId xmlns:a16="http://schemas.microsoft.com/office/drawing/2014/main" id="{ADC5446D-3469-43DA-ACE3-2AEC5B9038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6546749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6" name="Segnaposto testo 7">
            <a:extLst>
              <a:ext uri="{FF2B5EF4-FFF2-40B4-BE49-F238E27FC236}">
                <a16:creationId xmlns:a16="http://schemas.microsoft.com/office/drawing/2014/main" id="{4BF91944-817D-4080-9FC7-1C01D3C52F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10300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7" name="Segnaposto testo 7">
            <a:extLst>
              <a:ext uri="{FF2B5EF4-FFF2-40B4-BE49-F238E27FC236}">
                <a16:creationId xmlns:a16="http://schemas.microsoft.com/office/drawing/2014/main" id="{B6FC5678-B04A-4631-9DFF-776737E9C8A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10300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8" name="Segnaposto immagine 8">
            <a:extLst>
              <a:ext uri="{FF2B5EF4-FFF2-40B4-BE49-F238E27FC236}">
                <a16:creationId xmlns:a16="http://schemas.microsoft.com/office/drawing/2014/main" id="{BF024C2A-A070-4BF1-BA78-8FDD47DED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8353860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9" name="Segnaposto testo 7">
            <a:extLst>
              <a:ext uri="{FF2B5EF4-FFF2-40B4-BE49-F238E27FC236}">
                <a16:creationId xmlns:a16="http://schemas.microsoft.com/office/drawing/2014/main" id="{72D75690-3F0F-4257-84B4-90CB4E6BB7E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17411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30" name="Segnaposto testo 7">
            <a:extLst>
              <a:ext uri="{FF2B5EF4-FFF2-40B4-BE49-F238E27FC236}">
                <a16:creationId xmlns:a16="http://schemas.microsoft.com/office/drawing/2014/main" id="{FC3E89DF-7D8F-458A-910F-B06B607998A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017411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31" name="Segnaposto immagine 8">
            <a:extLst>
              <a:ext uri="{FF2B5EF4-FFF2-40B4-BE49-F238E27FC236}">
                <a16:creationId xmlns:a16="http://schemas.microsoft.com/office/drawing/2014/main" id="{49030BC1-7B5E-4BBD-AB44-8615DCFD4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10160971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32" name="Segnaposto testo 7">
            <a:extLst>
              <a:ext uri="{FF2B5EF4-FFF2-40B4-BE49-F238E27FC236}">
                <a16:creationId xmlns:a16="http://schemas.microsoft.com/office/drawing/2014/main" id="{10ED1CED-11B2-4927-93A4-CE47939F0AE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824522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33" name="Segnaposto testo 7">
            <a:extLst>
              <a:ext uri="{FF2B5EF4-FFF2-40B4-BE49-F238E27FC236}">
                <a16:creationId xmlns:a16="http://schemas.microsoft.com/office/drawing/2014/main" id="{39E2E141-317E-41F9-853F-B96493C8FB9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824522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cxnSp>
        <p:nvCxnSpPr>
          <p:cNvPr id="34" name="Connettore diritto 33">
            <a:extLst>
              <a:ext uri="{FF2B5EF4-FFF2-40B4-BE49-F238E27FC236}">
                <a16:creationId xmlns:a16="http://schemas.microsoft.com/office/drawing/2014/main" id="{A69BD202-1C38-47A5-8B06-0AADB78AAE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6165169" y="2642433"/>
            <a:ext cx="0" cy="5564151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egnaposto immagine 8">
            <a:extLst>
              <a:ext uri="{FF2B5EF4-FFF2-40B4-BE49-F238E27FC236}">
                <a16:creationId xmlns:a16="http://schemas.microsoft.com/office/drawing/2014/main" id="{68CF0B9D-069C-46BA-9B77-7BDE114F3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45" hasCustomPrompt="1"/>
          </p:nvPr>
        </p:nvSpPr>
        <p:spPr>
          <a:xfrm>
            <a:off x="2927249" y="4967309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39" name="Segnaposto testo 7">
            <a:extLst>
              <a:ext uri="{FF2B5EF4-FFF2-40B4-BE49-F238E27FC236}">
                <a16:creationId xmlns:a16="http://schemas.microsoft.com/office/drawing/2014/main" id="{6EB5CB55-9BF0-4309-AA93-9540CDA1CE22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590800" y="5988389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0" name="Segnaposto testo 7">
            <a:extLst>
              <a:ext uri="{FF2B5EF4-FFF2-40B4-BE49-F238E27FC236}">
                <a16:creationId xmlns:a16="http://schemas.microsoft.com/office/drawing/2014/main" id="{184A6FF6-89E5-41B3-83AD-E1F1AC1C718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590800" y="6158401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41" name="Segnaposto immagine 8">
            <a:extLst>
              <a:ext uri="{FF2B5EF4-FFF2-40B4-BE49-F238E27FC236}">
                <a16:creationId xmlns:a16="http://schemas.microsoft.com/office/drawing/2014/main" id="{65909E03-0C86-44C4-9260-484E8CF63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48" hasCustomPrompt="1"/>
          </p:nvPr>
        </p:nvSpPr>
        <p:spPr>
          <a:xfrm>
            <a:off x="4736999" y="4967309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2" name="Segnaposto testo 7">
            <a:extLst>
              <a:ext uri="{FF2B5EF4-FFF2-40B4-BE49-F238E27FC236}">
                <a16:creationId xmlns:a16="http://schemas.microsoft.com/office/drawing/2014/main" id="{0D08C690-4C72-47C4-ADBC-6DBFC463FC3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400550" y="5988389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3" name="Segnaposto testo 7">
            <a:extLst>
              <a:ext uri="{FF2B5EF4-FFF2-40B4-BE49-F238E27FC236}">
                <a16:creationId xmlns:a16="http://schemas.microsoft.com/office/drawing/2014/main" id="{FEBB122E-6E5D-4B48-91C0-C6EB8BA3D2D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400550" y="6158401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44" name="Segnaposto immagine 8">
            <a:extLst>
              <a:ext uri="{FF2B5EF4-FFF2-40B4-BE49-F238E27FC236}">
                <a16:creationId xmlns:a16="http://schemas.microsoft.com/office/drawing/2014/main" id="{A968314E-9F6B-4D90-BC2A-C5BB6AC70F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51" hasCustomPrompt="1"/>
          </p:nvPr>
        </p:nvSpPr>
        <p:spPr>
          <a:xfrm>
            <a:off x="6546749" y="4967309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5" name="Segnaposto testo 7">
            <a:extLst>
              <a:ext uri="{FF2B5EF4-FFF2-40B4-BE49-F238E27FC236}">
                <a16:creationId xmlns:a16="http://schemas.microsoft.com/office/drawing/2014/main" id="{98FF5C01-8CE1-475F-A59A-011328494FC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210300" y="5988389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6" name="Segnaposto testo 7">
            <a:extLst>
              <a:ext uri="{FF2B5EF4-FFF2-40B4-BE49-F238E27FC236}">
                <a16:creationId xmlns:a16="http://schemas.microsoft.com/office/drawing/2014/main" id="{DC690F93-088F-498C-9B26-2DCE00A1145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210300" y="6158401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47" name="Segnaposto immagine 8">
            <a:extLst>
              <a:ext uri="{FF2B5EF4-FFF2-40B4-BE49-F238E27FC236}">
                <a16:creationId xmlns:a16="http://schemas.microsoft.com/office/drawing/2014/main" id="{1D462CE1-BEE9-45C4-AB54-354D05E69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8353860" y="4967309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8" name="Segnaposto testo 7">
            <a:extLst>
              <a:ext uri="{FF2B5EF4-FFF2-40B4-BE49-F238E27FC236}">
                <a16:creationId xmlns:a16="http://schemas.microsoft.com/office/drawing/2014/main" id="{9FA2731A-D1B2-4144-8373-12B9313F9BFD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017411" y="5988389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9" name="Segnaposto testo 7">
            <a:extLst>
              <a:ext uri="{FF2B5EF4-FFF2-40B4-BE49-F238E27FC236}">
                <a16:creationId xmlns:a16="http://schemas.microsoft.com/office/drawing/2014/main" id="{F61DF59D-6B27-4EC6-A151-0F9B99DC8051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17411" y="6158401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</p:spTree>
    <p:extLst>
      <p:ext uri="{BB962C8B-B14F-4D97-AF65-F5344CB8AC3E}">
        <p14:creationId xmlns:p14="http://schemas.microsoft.com/office/powerpoint/2010/main" val="10204621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lato patch 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igura a mano libera: Forma 33">
            <a:extLst>
              <a:ext uri="{FF2B5EF4-FFF2-40B4-BE49-F238E27FC236}">
                <a16:creationId xmlns:a16="http://schemas.microsoft.com/office/drawing/2014/main" id="{724AA86D-A811-42CE-8C83-8053DFC66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8329286 w 8329286"/>
              <a:gd name="connsiteY2" fmla="*/ 68183 h 6858000"/>
              <a:gd name="connsiteX3" fmla="*/ 3175958 w 8329286"/>
              <a:gd name="connsiteY3" fmla="*/ 6858000 h 6858000"/>
              <a:gd name="connsiteX4" fmla="*/ 0 w 8329286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8329286" y="68183"/>
                </a:lnTo>
                <a:lnTo>
                  <a:pt x="317595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15" name="Figura a mano libera: Forma 14">
            <a:extLst>
              <a:ext uri="{FF2B5EF4-FFF2-40B4-BE49-F238E27FC236}">
                <a16:creationId xmlns:a16="http://schemas.microsoft.com/office/drawing/2014/main" id="{89314C5F-7D40-40CF-8951-9660A5ACE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00052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uto didascalia immagine_blu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immagine 10">
            <a:extLst>
              <a:ext uri="{FF2B5EF4-FFF2-40B4-BE49-F238E27FC236}">
                <a16:creationId xmlns:a16="http://schemas.microsoft.com/office/drawing/2014/main" id="{A623EB06-2F79-4698-807D-96A58B4F1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3124200 w 8329286"/>
              <a:gd name="connsiteY2" fmla="*/ 6858000 h 6858000"/>
              <a:gd name="connsiteX3" fmla="*/ 0 w 832928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31242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228600" dist="38100" algn="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600" y="609600"/>
            <a:ext cx="4648200" cy="62484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257300" y="3962400"/>
            <a:ext cx="4114800" cy="1981200"/>
          </a:xfrm>
        </p:spPr>
        <p:txBody>
          <a:bodyPr rtlCol="0" anchor="ctr">
            <a:noAutofit/>
          </a:bodyPr>
          <a:lstStyle>
            <a:lvl1pPr algn="ctr">
              <a:lnSpc>
                <a:spcPct val="80000"/>
              </a:lnSpc>
              <a:defRPr sz="4000" b="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057900" y="4114800"/>
            <a:ext cx="4876800" cy="1371602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6200000">
            <a:off x="381000" y="4840091"/>
            <a:ext cx="1219200" cy="225818"/>
          </a:xfr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BB42ECCE-195D-45F5-94EB-137CEFCFE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5029200" y="4840092"/>
            <a:ext cx="1219200" cy="225818"/>
          </a:xfrm>
          <a:solidFill>
            <a:schemeClr val="accent2"/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19270573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uto didascalia immagine_arancion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immagine 10">
            <a:extLst>
              <a:ext uri="{FF2B5EF4-FFF2-40B4-BE49-F238E27FC236}">
                <a16:creationId xmlns:a16="http://schemas.microsoft.com/office/drawing/2014/main" id="{A623EB06-2F79-4698-807D-96A58B4F1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3124200 w 8329286"/>
              <a:gd name="connsiteY2" fmla="*/ 6858000 h 6858000"/>
              <a:gd name="connsiteX3" fmla="*/ 0 w 832928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31242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228600" dist="38100" algn="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600" y="609600"/>
            <a:ext cx="4648200" cy="62484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257300" y="3962400"/>
            <a:ext cx="4114800" cy="1981200"/>
          </a:xfrm>
        </p:spPr>
        <p:txBody>
          <a:bodyPr rtlCol="0" anchor="ctr">
            <a:noAutofit/>
          </a:bodyPr>
          <a:lstStyle>
            <a:lvl1pPr algn="ctr">
              <a:lnSpc>
                <a:spcPct val="80000"/>
              </a:lnSpc>
              <a:defRPr sz="4000" b="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057900" y="4114800"/>
            <a:ext cx="4876800" cy="1371602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6200000">
            <a:off x="381000" y="4840091"/>
            <a:ext cx="1219200" cy="225818"/>
          </a:xfrm>
          <a:solidFill>
            <a:schemeClr val="accent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BB42ECCE-195D-45F5-94EB-137CEFCFE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5029200" y="4840092"/>
            <a:ext cx="1219200" cy="225818"/>
          </a:xfrm>
          <a:solidFill>
            <a:schemeClr val="accent5"/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8570586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7B86D83E-A097-4B71-82C6-197A18DD3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10104322" y="3587303"/>
            <a:ext cx="2087678" cy="3270696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A2552DEC-1A1C-4055-B5AF-D7C796522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5750" y="0"/>
            <a:ext cx="11620500" cy="6591300"/>
          </a:xfrm>
          <a:solidFill>
            <a:schemeClr val="accent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850" y="2679192"/>
            <a:ext cx="9963150" cy="1499616"/>
          </a:xfrm>
          <a:noFill/>
        </p:spPr>
        <p:txBody>
          <a:bodyPr rtlCol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565D4960-2277-429C-B87B-08014535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2679192"/>
            <a:ext cx="533400" cy="1499616"/>
          </a:xfrm>
          <a:solidFill>
            <a:schemeClr val="accent2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15752666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7B86D83E-A097-4B71-82C6-197A18DD3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10104322" y="3587303"/>
            <a:ext cx="2087678" cy="3270696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A2552DEC-1A1C-4055-B5AF-D7C796522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5750" y="0"/>
            <a:ext cx="11620500" cy="6591300"/>
          </a:xfrm>
          <a:solidFill>
            <a:schemeClr val="accent2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850" y="2679192"/>
            <a:ext cx="9963150" cy="1499616"/>
          </a:xfrm>
          <a:noFill/>
        </p:spPr>
        <p:txBody>
          <a:bodyPr rtlCol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565D4960-2277-429C-B87B-08014535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2679192"/>
            <a:ext cx="533400" cy="1499616"/>
          </a:xfrm>
          <a:solidFill>
            <a:schemeClr val="tx2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403172234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7B86D83E-A097-4B71-82C6-197A18DD3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10104322" y="3587303"/>
            <a:ext cx="2087678" cy="3270696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A2552DEC-1A1C-4055-B5AF-D7C796522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5750" y="0"/>
            <a:ext cx="11620500" cy="6591300"/>
          </a:xfrm>
          <a:solidFill>
            <a:schemeClr val="accent5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850" y="2679192"/>
            <a:ext cx="9963150" cy="1499616"/>
          </a:xfrm>
          <a:noFill/>
        </p:spPr>
        <p:txBody>
          <a:bodyPr rtlCol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565D4960-2277-429C-B87B-08014535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2679192"/>
            <a:ext cx="533400" cy="1499616"/>
          </a:xfrm>
          <a:solidFill>
            <a:schemeClr val="accent2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98610927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egnaposto immagine 8">
            <a:extLst>
              <a:ext uri="{FF2B5EF4-FFF2-40B4-BE49-F238E27FC236}">
                <a16:creationId xmlns:a16="http://schemas.microsoft.com/office/drawing/2014/main" id="{489EE1C9-68AE-4BDD-B34C-9DE809C4DD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A222F077-B5D5-442D-BB60-47BE1094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12192000" cy="5723182"/>
          </a:xfrm>
          <a:custGeom>
            <a:avLst/>
            <a:gdLst>
              <a:gd name="connsiteX0" fmla="*/ 0 w 12192000"/>
              <a:gd name="connsiteY0" fmla="*/ 0 h 5723182"/>
              <a:gd name="connsiteX1" fmla="*/ 12192000 w 12192000"/>
              <a:gd name="connsiteY1" fmla="*/ 0 h 5723182"/>
              <a:gd name="connsiteX2" fmla="*/ 12192000 w 12192000"/>
              <a:gd name="connsiteY2" fmla="*/ 5378958 h 5723182"/>
              <a:gd name="connsiteX3" fmla="*/ 8243540 w 12192000"/>
              <a:gd name="connsiteY3" fmla="*/ 5378958 h 5723182"/>
              <a:gd name="connsiteX4" fmla="*/ 7982281 w 12192000"/>
              <a:gd name="connsiteY4" fmla="*/ 5723182 h 5723182"/>
              <a:gd name="connsiteX5" fmla="*/ 0 w 12192000"/>
              <a:gd name="connsiteY5" fmla="*/ 5723182 h 5723182"/>
              <a:gd name="connsiteX6" fmla="*/ 0 w 12192000"/>
              <a:gd name="connsiteY6" fmla="*/ 5378958 h 5723182"/>
              <a:gd name="connsiteX7" fmla="*/ 0 w 12192000"/>
              <a:gd name="connsiteY7" fmla="*/ 5265982 h 5723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723182">
                <a:moveTo>
                  <a:pt x="0" y="0"/>
                </a:moveTo>
                <a:lnTo>
                  <a:pt x="12192000" y="0"/>
                </a:lnTo>
                <a:lnTo>
                  <a:pt x="12192000" y="5378958"/>
                </a:lnTo>
                <a:lnTo>
                  <a:pt x="8243540" y="5378958"/>
                </a:lnTo>
                <a:lnTo>
                  <a:pt x="7982281" y="5723182"/>
                </a:lnTo>
                <a:lnTo>
                  <a:pt x="0" y="5723182"/>
                </a:lnTo>
                <a:lnTo>
                  <a:pt x="0" y="5378958"/>
                </a:lnTo>
                <a:lnTo>
                  <a:pt x="0" y="5265982"/>
                </a:lnTo>
                <a:close/>
              </a:path>
            </a:pathLst>
          </a:custGeom>
          <a:solidFill>
            <a:schemeClr val="accent2">
              <a:alpha val="84000"/>
            </a:schemeClr>
          </a:solidFill>
          <a:effectLst/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6" name="Segnaposto testo 16">
            <a:extLst>
              <a:ext uri="{FF2B5EF4-FFF2-40B4-BE49-F238E27FC236}">
                <a16:creationId xmlns:a16="http://schemas.microsoft.com/office/drawing/2014/main" id="{9F89ADF8-2320-4EC3-98EA-5CB618A52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0"/>
            <a:ext cx="6781800" cy="6324600"/>
          </a:xfrm>
          <a:solidFill>
            <a:schemeClr val="tx2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6825" y="2265916"/>
            <a:ext cx="5314950" cy="3488998"/>
          </a:xfrm>
          <a:noFill/>
        </p:spPr>
        <p:txBody>
          <a:bodyPr rtlCol="0" anchor="b">
            <a:norm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074D12B-58A6-47D1-9B2D-697AB265C8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66253759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6E015B08-6C1F-4B1F-8038-D3C209BA0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5378958"/>
            <a:ext cx="12191999" cy="1479041"/>
          </a:xfrm>
          <a:custGeom>
            <a:avLst/>
            <a:gdLst>
              <a:gd name="connsiteX0" fmla="*/ 8243540 w 12191999"/>
              <a:gd name="connsiteY0" fmla="*/ 0 h 1479041"/>
              <a:gd name="connsiteX1" fmla="*/ 12191999 w 12191999"/>
              <a:gd name="connsiteY1" fmla="*/ 0 h 1479041"/>
              <a:gd name="connsiteX2" fmla="*/ 12191999 w 12191999"/>
              <a:gd name="connsiteY2" fmla="*/ 1479041 h 1479041"/>
              <a:gd name="connsiteX3" fmla="*/ 0 w 12191999"/>
              <a:gd name="connsiteY3" fmla="*/ 1479041 h 1479041"/>
              <a:gd name="connsiteX4" fmla="*/ 0 w 12191999"/>
              <a:gd name="connsiteY4" fmla="*/ 344224 h 1479041"/>
              <a:gd name="connsiteX5" fmla="*/ 7982281 w 12191999"/>
              <a:gd name="connsiteY5" fmla="*/ 344224 h 147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1999" h="1479041">
                <a:moveTo>
                  <a:pt x="8243540" y="0"/>
                </a:moveTo>
                <a:lnTo>
                  <a:pt x="12191999" y="0"/>
                </a:lnTo>
                <a:lnTo>
                  <a:pt x="12191999" y="1479041"/>
                </a:lnTo>
                <a:lnTo>
                  <a:pt x="0" y="1479041"/>
                </a:lnTo>
                <a:lnTo>
                  <a:pt x="0" y="344224"/>
                </a:lnTo>
                <a:lnTo>
                  <a:pt x="7982281" y="344224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A222F077-B5D5-442D-BB60-47BE1094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12192000" cy="5723182"/>
          </a:xfrm>
          <a:custGeom>
            <a:avLst/>
            <a:gdLst>
              <a:gd name="connsiteX0" fmla="*/ 0 w 12192000"/>
              <a:gd name="connsiteY0" fmla="*/ 0 h 5723182"/>
              <a:gd name="connsiteX1" fmla="*/ 12192000 w 12192000"/>
              <a:gd name="connsiteY1" fmla="*/ 0 h 5723182"/>
              <a:gd name="connsiteX2" fmla="*/ 12192000 w 12192000"/>
              <a:gd name="connsiteY2" fmla="*/ 5378958 h 5723182"/>
              <a:gd name="connsiteX3" fmla="*/ 8243540 w 12192000"/>
              <a:gd name="connsiteY3" fmla="*/ 5378958 h 5723182"/>
              <a:gd name="connsiteX4" fmla="*/ 7982281 w 12192000"/>
              <a:gd name="connsiteY4" fmla="*/ 5723182 h 5723182"/>
              <a:gd name="connsiteX5" fmla="*/ 0 w 12192000"/>
              <a:gd name="connsiteY5" fmla="*/ 5723182 h 5723182"/>
              <a:gd name="connsiteX6" fmla="*/ 0 w 12192000"/>
              <a:gd name="connsiteY6" fmla="*/ 5378958 h 5723182"/>
              <a:gd name="connsiteX7" fmla="*/ 0 w 12192000"/>
              <a:gd name="connsiteY7" fmla="*/ 5265982 h 5723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723182">
                <a:moveTo>
                  <a:pt x="0" y="0"/>
                </a:moveTo>
                <a:lnTo>
                  <a:pt x="12192000" y="0"/>
                </a:lnTo>
                <a:lnTo>
                  <a:pt x="12192000" y="5378958"/>
                </a:lnTo>
                <a:lnTo>
                  <a:pt x="8243540" y="5378958"/>
                </a:lnTo>
                <a:lnTo>
                  <a:pt x="7982281" y="5723182"/>
                </a:lnTo>
                <a:lnTo>
                  <a:pt x="0" y="5723182"/>
                </a:lnTo>
                <a:lnTo>
                  <a:pt x="0" y="5378958"/>
                </a:lnTo>
                <a:lnTo>
                  <a:pt x="0" y="5265982"/>
                </a:lnTo>
                <a:close/>
              </a:path>
            </a:pathLst>
          </a:custGeom>
          <a:solidFill>
            <a:schemeClr val="accent2"/>
          </a:solidFill>
          <a:effectLst>
            <a:outerShdw blurRad="152400" dist="38100" dir="2700000" algn="tl" rotWithShape="0">
              <a:prstClr val="black">
                <a:alpha val="66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49" y="990600"/>
            <a:ext cx="9144000" cy="2590800"/>
          </a:xfrm>
          <a:noFill/>
        </p:spPr>
        <p:txBody>
          <a:bodyPr rtlCol="0"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4E78EDD8-13BF-4551-BD7B-C04131A68B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633984"/>
            <a:ext cx="304800" cy="1499616"/>
          </a:xfrm>
          <a:solidFill>
            <a:schemeClr val="bg1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973FC1AA-8591-43A1-9962-1599E1A8AB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27354822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6E015B08-6C1F-4B1F-8038-D3C209BA0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5378958"/>
            <a:ext cx="12191999" cy="1479041"/>
          </a:xfrm>
          <a:custGeom>
            <a:avLst/>
            <a:gdLst>
              <a:gd name="connsiteX0" fmla="*/ 8243540 w 12191999"/>
              <a:gd name="connsiteY0" fmla="*/ 0 h 1479041"/>
              <a:gd name="connsiteX1" fmla="*/ 12191999 w 12191999"/>
              <a:gd name="connsiteY1" fmla="*/ 0 h 1479041"/>
              <a:gd name="connsiteX2" fmla="*/ 12191999 w 12191999"/>
              <a:gd name="connsiteY2" fmla="*/ 1479041 h 1479041"/>
              <a:gd name="connsiteX3" fmla="*/ 0 w 12191999"/>
              <a:gd name="connsiteY3" fmla="*/ 1479041 h 1479041"/>
              <a:gd name="connsiteX4" fmla="*/ 0 w 12191999"/>
              <a:gd name="connsiteY4" fmla="*/ 344224 h 1479041"/>
              <a:gd name="connsiteX5" fmla="*/ 7982281 w 12191999"/>
              <a:gd name="connsiteY5" fmla="*/ 344224 h 147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1999" h="1479041">
                <a:moveTo>
                  <a:pt x="8243540" y="0"/>
                </a:moveTo>
                <a:lnTo>
                  <a:pt x="12191999" y="0"/>
                </a:lnTo>
                <a:lnTo>
                  <a:pt x="12191999" y="1479041"/>
                </a:lnTo>
                <a:lnTo>
                  <a:pt x="0" y="1479041"/>
                </a:lnTo>
                <a:lnTo>
                  <a:pt x="0" y="344224"/>
                </a:lnTo>
                <a:lnTo>
                  <a:pt x="7982281" y="344224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A222F077-B5D5-442D-BB60-47BE1094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12192000" cy="5723182"/>
          </a:xfrm>
          <a:custGeom>
            <a:avLst/>
            <a:gdLst>
              <a:gd name="connsiteX0" fmla="*/ 0 w 12192000"/>
              <a:gd name="connsiteY0" fmla="*/ 0 h 5723182"/>
              <a:gd name="connsiteX1" fmla="*/ 12192000 w 12192000"/>
              <a:gd name="connsiteY1" fmla="*/ 0 h 5723182"/>
              <a:gd name="connsiteX2" fmla="*/ 12192000 w 12192000"/>
              <a:gd name="connsiteY2" fmla="*/ 5378958 h 5723182"/>
              <a:gd name="connsiteX3" fmla="*/ 8243540 w 12192000"/>
              <a:gd name="connsiteY3" fmla="*/ 5378958 h 5723182"/>
              <a:gd name="connsiteX4" fmla="*/ 7982281 w 12192000"/>
              <a:gd name="connsiteY4" fmla="*/ 5723182 h 5723182"/>
              <a:gd name="connsiteX5" fmla="*/ 0 w 12192000"/>
              <a:gd name="connsiteY5" fmla="*/ 5723182 h 5723182"/>
              <a:gd name="connsiteX6" fmla="*/ 0 w 12192000"/>
              <a:gd name="connsiteY6" fmla="*/ 5378958 h 5723182"/>
              <a:gd name="connsiteX7" fmla="*/ 0 w 12192000"/>
              <a:gd name="connsiteY7" fmla="*/ 5265982 h 5723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723182">
                <a:moveTo>
                  <a:pt x="0" y="0"/>
                </a:moveTo>
                <a:lnTo>
                  <a:pt x="12192000" y="0"/>
                </a:lnTo>
                <a:lnTo>
                  <a:pt x="12192000" y="5378958"/>
                </a:lnTo>
                <a:lnTo>
                  <a:pt x="8243540" y="5378958"/>
                </a:lnTo>
                <a:lnTo>
                  <a:pt x="7982281" y="5723182"/>
                </a:lnTo>
                <a:lnTo>
                  <a:pt x="0" y="5723182"/>
                </a:lnTo>
                <a:lnTo>
                  <a:pt x="0" y="5378958"/>
                </a:lnTo>
                <a:lnTo>
                  <a:pt x="0" y="5265982"/>
                </a:lnTo>
                <a:close/>
              </a:path>
            </a:pathLst>
          </a:custGeom>
          <a:solidFill>
            <a:schemeClr val="accent1"/>
          </a:solidFill>
          <a:effectLst>
            <a:outerShdw blurRad="152400" dist="38100" dir="2700000" algn="tl" rotWithShape="0">
              <a:prstClr val="black">
                <a:alpha val="66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49" y="990600"/>
            <a:ext cx="9144000" cy="2590800"/>
          </a:xfrm>
          <a:noFill/>
        </p:spPr>
        <p:txBody>
          <a:bodyPr rtlCol="0"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4E78EDD8-13BF-4551-BD7B-C04131A68B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633984"/>
            <a:ext cx="304800" cy="1499616"/>
          </a:xfrm>
          <a:solidFill>
            <a:schemeClr val="bg1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7160B2D8-3756-4781-A8DD-692C3F8959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93110706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6E015B08-6C1F-4B1F-8038-D3C209BA0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5378958"/>
            <a:ext cx="12191999" cy="1479041"/>
          </a:xfrm>
          <a:custGeom>
            <a:avLst/>
            <a:gdLst>
              <a:gd name="connsiteX0" fmla="*/ 8243540 w 12191999"/>
              <a:gd name="connsiteY0" fmla="*/ 0 h 1479041"/>
              <a:gd name="connsiteX1" fmla="*/ 12191999 w 12191999"/>
              <a:gd name="connsiteY1" fmla="*/ 0 h 1479041"/>
              <a:gd name="connsiteX2" fmla="*/ 12191999 w 12191999"/>
              <a:gd name="connsiteY2" fmla="*/ 1479041 h 1479041"/>
              <a:gd name="connsiteX3" fmla="*/ 0 w 12191999"/>
              <a:gd name="connsiteY3" fmla="*/ 1479041 h 1479041"/>
              <a:gd name="connsiteX4" fmla="*/ 0 w 12191999"/>
              <a:gd name="connsiteY4" fmla="*/ 344224 h 1479041"/>
              <a:gd name="connsiteX5" fmla="*/ 7982281 w 12191999"/>
              <a:gd name="connsiteY5" fmla="*/ 344224 h 147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1999" h="1479041">
                <a:moveTo>
                  <a:pt x="8243540" y="0"/>
                </a:moveTo>
                <a:lnTo>
                  <a:pt x="12191999" y="0"/>
                </a:lnTo>
                <a:lnTo>
                  <a:pt x="12191999" y="1479041"/>
                </a:lnTo>
                <a:lnTo>
                  <a:pt x="0" y="1479041"/>
                </a:lnTo>
                <a:lnTo>
                  <a:pt x="0" y="344224"/>
                </a:lnTo>
                <a:lnTo>
                  <a:pt x="7982281" y="344224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A222F077-B5D5-442D-BB60-47BE1094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12192000" cy="5723182"/>
          </a:xfrm>
          <a:custGeom>
            <a:avLst/>
            <a:gdLst>
              <a:gd name="connsiteX0" fmla="*/ 0 w 12192000"/>
              <a:gd name="connsiteY0" fmla="*/ 0 h 5723182"/>
              <a:gd name="connsiteX1" fmla="*/ 12192000 w 12192000"/>
              <a:gd name="connsiteY1" fmla="*/ 0 h 5723182"/>
              <a:gd name="connsiteX2" fmla="*/ 12192000 w 12192000"/>
              <a:gd name="connsiteY2" fmla="*/ 5378958 h 5723182"/>
              <a:gd name="connsiteX3" fmla="*/ 8243540 w 12192000"/>
              <a:gd name="connsiteY3" fmla="*/ 5378958 h 5723182"/>
              <a:gd name="connsiteX4" fmla="*/ 7982281 w 12192000"/>
              <a:gd name="connsiteY4" fmla="*/ 5723182 h 5723182"/>
              <a:gd name="connsiteX5" fmla="*/ 0 w 12192000"/>
              <a:gd name="connsiteY5" fmla="*/ 5723182 h 5723182"/>
              <a:gd name="connsiteX6" fmla="*/ 0 w 12192000"/>
              <a:gd name="connsiteY6" fmla="*/ 5378958 h 5723182"/>
              <a:gd name="connsiteX7" fmla="*/ 0 w 12192000"/>
              <a:gd name="connsiteY7" fmla="*/ 5265982 h 5723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723182">
                <a:moveTo>
                  <a:pt x="0" y="0"/>
                </a:moveTo>
                <a:lnTo>
                  <a:pt x="12192000" y="0"/>
                </a:lnTo>
                <a:lnTo>
                  <a:pt x="12192000" y="5378958"/>
                </a:lnTo>
                <a:lnTo>
                  <a:pt x="8243540" y="5378958"/>
                </a:lnTo>
                <a:lnTo>
                  <a:pt x="7982281" y="5723182"/>
                </a:lnTo>
                <a:lnTo>
                  <a:pt x="0" y="5723182"/>
                </a:lnTo>
                <a:lnTo>
                  <a:pt x="0" y="5378958"/>
                </a:lnTo>
                <a:lnTo>
                  <a:pt x="0" y="5265982"/>
                </a:lnTo>
                <a:close/>
              </a:path>
            </a:pathLst>
          </a:custGeom>
          <a:solidFill>
            <a:schemeClr val="accent5"/>
          </a:solidFill>
          <a:effectLst>
            <a:outerShdw blurRad="152400" dist="38100" dir="2700000" algn="tl" rotWithShape="0">
              <a:prstClr val="black">
                <a:alpha val="66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49" y="990600"/>
            <a:ext cx="9144000" cy="2590800"/>
          </a:xfrm>
          <a:noFill/>
        </p:spPr>
        <p:txBody>
          <a:bodyPr rtlCol="0"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4E78EDD8-13BF-4551-BD7B-C04131A68B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633984"/>
            <a:ext cx="304800" cy="1499616"/>
          </a:xfrm>
          <a:solidFill>
            <a:schemeClr val="bg1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9EEDA9EB-20CE-4EA1-9720-40FBEB4561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00636509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6E015B08-6C1F-4B1F-8038-D3C209BA0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5378958"/>
            <a:ext cx="12191999" cy="1479041"/>
          </a:xfrm>
          <a:custGeom>
            <a:avLst/>
            <a:gdLst>
              <a:gd name="connsiteX0" fmla="*/ 8243540 w 12191999"/>
              <a:gd name="connsiteY0" fmla="*/ 0 h 1479041"/>
              <a:gd name="connsiteX1" fmla="*/ 12191999 w 12191999"/>
              <a:gd name="connsiteY1" fmla="*/ 0 h 1479041"/>
              <a:gd name="connsiteX2" fmla="*/ 12191999 w 12191999"/>
              <a:gd name="connsiteY2" fmla="*/ 1479041 h 1479041"/>
              <a:gd name="connsiteX3" fmla="*/ 0 w 12191999"/>
              <a:gd name="connsiteY3" fmla="*/ 1479041 h 1479041"/>
              <a:gd name="connsiteX4" fmla="*/ 0 w 12191999"/>
              <a:gd name="connsiteY4" fmla="*/ 344224 h 1479041"/>
              <a:gd name="connsiteX5" fmla="*/ 7982281 w 12191999"/>
              <a:gd name="connsiteY5" fmla="*/ 344224 h 147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1999" h="1479041">
                <a:moveTo>
                  <a:pt x="8243540" y="0"/>
                </a:moveTo>
                <a:lnTo>
                  <a:pt x="12191999" y="0"/>
                </a:lnTo>
                <a:lnTo>
                  <a:pt x="12191999" y="1479041"/>
                </a:lnTo>
                <a:lnTo>
                  <a:pt x="0" y="1479041"/>
                </a:lnTo>
                <a:lnTo>
                  <a:pt x="0" y="344224"/>
                </a:lnTo>
                <a:lnTo>
                  <a:pt x="7982281" y="344224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A222F077-B5D5-442D-BB60-47BE1094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12192000" cy="5723182"/>
          </a:xfrm>
          <a:custGeom>
            <a:avLst/>
            <a:gdLst>
              <a:gd name="connsiteX0" fmla="*/ 0 w 12192000"/>
              <a:gd name="connsiteY0" fmla="*/ 0 h 5723182"/>
              <a:gd name="connsiteX1" fmla="*/ 12192000 w 12192000"/>
              <a:gd name="connsiteY1" fmla="*/ 0 h 5723182"/>
              <a:gd name="connsiteX2" fmla="*/ 12192000 w 12192000"/>
              <a:gd name="connsiteY2" fmla="*/ 5378958 h 5723182"/>
              <a:gd name="connsiteX3" fmla="*/ 8243540 w 12192000"/>
              <a:gd name="connsiteY3" fmla="*/ 5378958 h 5723182"/>
              <a:gd name="connsiteX4" fmla="*/ 7982281 w 12192000"/>
              <a:gd name="connsiteY4" fmla="*/ 5723182 h 5723182"/>
              <a:gd name="connsiteX5" fmla="*/ 0 w 12192000"/>
              <a:gd name="connsiteY5" fmla="*/ 5723182 h 5723182"/>
              <a:gd name="connsiteX6" fmla="*/ 0 w 12192000"/>
              <a:gd name="connsiteY6" fmla="*/ 5378958 h 5723182"/>
              <a:gd name="connsiteX7" fmla="*/ 0 w 12192000"/>
              <a:gd name="connsiteY7" fmla="*/ 5265982 h 5723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723182">
                <a:moveTo>
                  <a:pt x="0" y="0"/>
                </a:moveTo>
                <a:lnTo>
                  <a:pt x="12192000" y="0"/>
                </a:lnTo>
                <a:lnTo>
                  <a:pt x="12192000" y="5378958"/>
                </a:lnTo>
                <a:lnTo>
                  <a:pt x="8243540" y="5378958"/>
                </a:lnTo>
                <a:lnTo>
                  <a:pt x="7982281" y="5723182"/>
                </a:lnTo>
                <a:lnTo>
                  <a:pt x="0" y="5723182"/>
                </a:lnTo>
                <a:lnTo>
                  <a:pt x="0" y="5378958"/>
                </a:lnTo>
                <a:lnTo>
                  <a:pt x="0" y="5265982"/>
                </a:lnTo>
                <a:close/>
              </a:path>
            </a:pathLst>
          </a:custGeom>
          <a:solidFill>
            <a:schemeClr val="accent6"/>
          </a:solidFill>
          <a:effectLst>
            <a:outerShdw blurRad="152400" dist="38100" dir="2700000" algn="tl" rotWithShape="0">
              <a:prstClr val="black">
                <a:alpha val="66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49" y="990600"/>
            <a:ext cx="9144000" cy="2590800"/>
          </a:xfrm>
          <a:noFill/>
        </p:spPr>
        <p:txBody>
          <a:bodyPr rtlCol="0"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4E78EDD8-13BF-4551-BD7B-C04131A68B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633984"/>
            <a:ext cx="304800" cy="1499616"/>
          </a:xfrm>
          <a:solidFill>
            <a:schemeClr val="bg1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80033509-FE6E-46FC-85C8-B777FBA2F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64389156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iudi-grazie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egnaposto testo 52">
            <a:extLst>
              <a:ext uri="{FF2B5EF4-FFF2-40B4-BE49-F238E27FC236}">
                <a16:creationId xmlns:a16="http://schemas.microsoft.com/office/drawing/2014/main" id="{4016877F-9863-4CBC-B4AF-D4764DBA6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81099" y="457200"/>
            <a:ext cx="8128343" cy="6248400"/>
          </a:xfrm>
          <a:custGeom>
            <a:avLst/>
            <a:gdLst>
              <a:gd name="connsiteX0" fmla="*/ 0 w 8128343"/>
              <a:gd name="connsiteY0" fmla="*/ 0 h 6248400"/>
              <a:gd name="connsiteX1" fmla="*/ 8128343 w 8128343"/>
              <a:gd name="connsiteY1" fmla="*/ 0 h 6248400"/>
              <a:gd name="connsiteX2" fmla="*/ 8128343 w 8128343"/>
              <a:gd name="connsiteY2" fmla="*/ 3258609 h 6248400"/>
              <a:gd name="connsiteX3" fmla="*/ 5858354 w 8128343"/>
              <a:gd name="connsiteY3" fmla="*/ 6248400 h 6248400"/>
              <a:gd name="connsiteX4" fmla="*/ 0 w 8128343"/>
              <a:gd name="connsiteY4" fmla="*/ 6248400 h 624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28343" h="6248400">
                <a:moveTo>
                  <a:pt x="0" y="0"/>
                </a:moveTo>
                <a:lnTo>
                  <a:pt x="8128343" y="0"/>
                </a:lnTo>
                <a:lnTo>
                  <a:pt x="8128343" y="3258609"/>
                </a:lnTo>
                <a:lnTo>
                  <a:pt x="5858354" y="6248400"/>
                </a:lnTo>
                <a:lnTo>
                  <a:pt x="0" y="62484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GB" sz="18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 rtl="0"/>
            <a:r>
              <a:rPr lang="it-IT" noProof="0"/>
              <a:t>I</a:t>
            </a:r>
          </a:p>
        </p:txBody>
      </p:sp>
      <p:sp>
        <p:nvSpPr>
          <p:cNvPr id="48" name="Figura a mano libera: Forma 47">
            <a:extLst>
              <a:ext uri="{FF2B5EF4-FFF2-40B4-BE49-F238E27FC236}">
                <a16:creationId xmlns:a16="http://schemas.microsoft.com/office/drawing/2014/main" id="{9070D0C4-1F90-4B84-B84E-8285FA0A01B0}"/>
              </a:ext>
            </a:extLst>
          </p:cNvPr>
          <p:cNvSpPr/>
          <p:nvPr userDrawn="1"/>
        </p:nvSpPr>
        <p:spPr>
          <a:xfrm rot="2232448">
            <a:off x="9455741" y="-926244"/>
            <a:ext cx="131438" cy="8710488"/>
          </a:xfrm>
          <a:custGeom>
            <a:avLst/>
            <a:gdLst>
              <a:gd name="connsiteX0" fmla="*/ 0 w 131438"/>
              <a:gd name="connsiteY0" fmla="*/ 99793 h 8710488"/>
              <a:gd name="connsiteX1" fmla="*/ 131438 w 131438"/>
              <a:gd name="connsiteY1" fmla="*/ 0 h 8710488"/>
              <a:gd name="connsiteX2" fmla="*/ 131438 w 131438"/>
              <a:gd name="connsiteY2" fmla="*/ 8610694 h 8710488"/>
              <a:gd name="connsiteX3" fmla="*/ 0 w 131438"/>
              <a:gd name="connsiteY3" fmla="*/ 8710488 h 871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1438" h="8710488">
                <a:moveTo>
                  <a:pt x="0" y="99793"/>
                </a:moveTo>
                <a:lnTo>
                  <a:pt x="131438" y="0"/>
                </a:lnTo>
                <a:lnTo>
                  <a:pt x="131438" y="8610694"/>
                </a:lnTo>
                <a:lnTo>
                  <a:pt x="0" y="87104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49" name="Figura a mano libera: Forma 48">
            <a:extLst>
              <a:ext uri="{FF2B5EF4-FFF2-40B4-BE49-F238E27FC236}">
                <a16:creationId xmlns:a16="http://schemas.microsoft.com/office/drawing/2014/main" id="{B8546525-A0E6-4238-93BC-5D43C93A45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232448">
            <a:off x="9332817" y="-941780"/>
            <a:ext cx="172357" cy="8741560"/>
          </a:xfrm>
          <a:custGeom>
            <a:avLst/>
            <a:gdLst>
              <a:gd name="connsiteX0" fmla="*/ 172357 w 172357"/>
              <a:gd name="connsiteY0" fmla="*/ 0 h 8741560"/>
              <a:gd name="connsiteX1" fmla="*/ 172357 w 172357"/>
              <a:gd name="connsiteY1" fmla="*/ 8610698 h 8741560"/>
              <a:gd name="connsiteX2" fmla="*/ 0 w 172357"/>
              <a:gd name="connsiteY2" fmla="*/ 8741560 h 8741560"/>
              <a:gd name="connsiteX3" fmla="*/ 0 w 172357"/>
              <a:gd name="connsiteY3" fmla="*/ 130862 h 8741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2357" h="8741560">
                <a:moveTo>
                  <a:pt x="172357" y="0"/>
                </a:moveTo>
                <a:lnTo>
                  <a:pt x="172357" y="8610698"/>
                </a:lnTo>
                <a:lnTo>
                  <a:pt x="0" y="8741560"/>
                </a:lnTo>
                <a:lnTo>
                  <a:pt x="0" y="13086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599" y="304800"/>
            <a:ext cx="8128343" cy="6248400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 hasCustomPrompt="1"/>
          </p:nvPr>
        </p:nvSpPr>
        <p:spPr>
          <a:xfrm>
            <a:off x="1378135" y="1219200"/>
            <a:ext cx="7232465" cy="903638"/>
          </a:xfrm>
        </p:spPr>
        <p:txBody>
          <a:bodyPr rtlCol="0" anchor="t">
            <a:normAutofit/>
          </a:bodyPr>
          <a:lstStyle>
            <a:lvl1pPr algn="l">
              <a:defRPr lang="en-US" sz="5000" kern="1200" cap="all" spc="100" baseline="0" dirty="0">
                <a:solidFill>
                  <a:srgbClr val="2C2E52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GRAZIE</a:t>
            </a:r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E905A207-2310-4F94-86E5-13B4CCC359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1562101" y="-114299"/>
            <a:ext cx="304797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13448" y="34960"/>
            <a:ext cx="5178552" cy="6823040"/>
          </a:xfrm>
          <a:custGeom>
            <a:avLst/>
            <a:gdLst>
              <a:gd name="connsiteX0" fmla="*/ 5178552 w 5178552"/>
              <a:gd name="connsiteY0" fmla="*/ 0 h 6823040"/>
              <a:gd name="connsiteX1" fmla="*/ 5178552 w 5178552"/>
              <a:gd name="connsiteY1" fmla="*/ 6823040 h 6823040"/>
              <a:gd name="connsiteX2" fmla="*/ 1752601 w 5178552"/>
              <a:gd name="connsiteY2" fmla="*/ 6823040 h 6823040"/>
              <a:gd name="connsiteX3" fmla="*/ 0 w 5178552"/>
              <a:gd name="connsiteY3" fmla="*/ 6823040 h 682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8552" h="6823040">
                <a:moveTo>
                  <a:pt x="5178552" y="0"/>
                </a:moveTo>
                <a:lnTo>
                  <a:pt x="5178552" y="6823040"/>
                </a:lnTo>
                <a:lnTo>
                  <a:pt x="1752601" y="6823040"/>
                </a:lnTo>
                <a:lnTo>
                  <a:pt x="0" y="682304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</p:spTree>
    <p:extLst>
      <p:ext uri="{BB962C8B-B14F-4D97-AF65-F5344CB8AC3E}">
        <p14:creationId xmlns:p14="http://schemas.microsoft.com/office/powerpoint/2010/main" val="3932519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iudi-graz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egnaposto immagine 25">
            <a:extLst>
              <a:ext uri="{FF2B5EF4-FFF2-40B4-BE49-F238E27FC236}">
                <a16:creationId xmlns:a16="http://schemas.microsoft.com/office/drawing/2014/main" id="{32EC3EF4-A2D5-4058-977A-74A37AC36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02525 h 6858000"/>
              <a:gd name="connsiteX3" fmla="*/ 8273508 w 12192000"/>
              <a:gd name="connsiteY3" fmla="*/ 6858000 h 6858000"/>
              <a:gd name="connsiteX4" fmla="*/ 0 w 12192000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02525"/>
                </a:lnTo>
                <a:lnTo>
                  <a:pt x="827350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1651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16">
            <a:extLst>
              <a:ext uri="{FF2B5EF4-FFF2-40B4-BE49-F238E27FC236}">
                <a16:creationId xmlns:a16="http://schemas.microsoft.com/office/drawing/2014/main" id="{4E7C74DD-4244-46B7-8336-30F7151DB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8074536" y="3124200"/>
            <a:ext cx="2087678" cy="3270696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4" name="Segnaposto testo 23">
            <a:extLst>
              <a:ext uri="{FF2B5EF4-FFF2-40B4-BE49-F238E27FC236}">
                <a16:creationId xmlns:a16="http://schemas.microsoft.com/office/drawing/2014/main" id="{9DC663CF-0C67-4619-B40E-7832C4DA1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0750" y="609600"/>
            <a:ext cx="7810500" cy="5638800"/>
          </a:xfrm>
          <a:custGeom>
            <a:avLst/>
            <a:gdLst>
              <a:gd name="connsiteX0" fmla="*/ 0 w 7810500"/>
              <a:gd name="connsiteY0" fmla="*/ 0 h 5638800"/>
              <a:gd name="connsiteX1" fmla="*/ 7810500 w 7810500"/>
              <a:gd name="connsiteY1" fmla="*/ 0 h 5638800"/>
              <a:gd name="connsiteX2" fmla="*/ 7810500 w 7810500"/>
              <a:gd name="connsiteY2" fmla="*/ 3151512 h 5638800"/>
              <a:gd name="connsiteX3" fmla="*/ 6252438 w 7810500"/>
              <a:gd name="connsiteY3" fmla="*/ 5638800 h 5638800"/>
              <a:gd name="connsiteX4" fmla="*/ 0 w 7810500"/>
              <a:gd name="connsiteY4" fmla="*/ 5638800 h 563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10500" h="5638800">
                <a:moveTo>
                  <a:pt x="0" y="0"/>
                </a:moveTo>
                <a:lnTo>
                  <a:pt x="7810500" y="0"/>
                </a:lnTo>
                <a:lnTo>
                  <a:pt x="7810500" y="3151512"/>
                </a:lnTo>
                <a:lnTo>
                  <a:pt x="6252438" y="5638800"/>
                </a:lnTo>
                <a:lnTo>
                  <a:pt x="0" y="5638800"/>
                </a:lnTo>
                <a:close/>
              </a:path>
            </a:pathLst>
          </a:custGeom>
          <a:solidFill>
            <a:schemeClr val="accent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 algn="ctr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 hasCustomPrompt="1"/>
          </p:nvPr>
        </p:nvSpPr>
        <p:spPr>
          <a:xfrm>
            <a:off x="3163809" y="1905000"/>
            <a:ext cx="5864382" cy="2275238"/>
          </a:xfrm>
        </p:spPr>
        <p:txBody>
          <a:bodyPr rtlCol="0" anchor="ctr">
            <a:normAutofit/>
          </a:bodyPr>
          <a:lstStyle>
            <a:lvl1pPr algn="ctr">
              <a:defRPr lang="en-US" sz="5000" kern="1200" cap="all" spc="1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GRAZIE</a:t>
            </a:r>
          </a:p>
        </p:txBody>
      </p:sp>
    </p:spTree>
    <p:extLst>
      <p:ext uri="{BB962C8B-B14F-4D97-AF65-F5344CB8AC3E}">
        <p14:creationId xmlns:p14="http://schemas.microsoft.com/office/powerpoint/2010/main" val="161220322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iudi-grazie 3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8F962CE0-5C0C-48F3-A07B-34E33D670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10800000">
            <a:off x="2057400" y="466725"/>
            <a:ext cx="703341" cy="1101901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2" name="Segnaposto testo 16">
            <a:extLst>
              <a:ext uri="{FF2B5EF4-FFF2-40B4-BE49-F238E27FC236}">
                <a16:creationId xmlns:a16="http://schemas.microsoft.com/office/drawing/2014/main" id="{654457EF-8A97-4FCA-9870-5095D09BF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9067800" y="4648200"/>
            <a:ext cx="1143000" cy="1790700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0" name="Segnaposto testo 16">
            <a:extLst>
              <a:ext uri="{FF2B5EF4-FFF2-40B4-BE49-F238E27FC236}">
                <a16:creationId xmlns:a16="http://schemas.microsoft.com/office/drawing/2014/main" id="{0CC06030-90E1-4B3F-AFDF-369354FBF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0750" y="609600"/>
            <a:ext cx="7810500" cy="5638800"/>
          </a:xfrm>
          <a:solidFill>
            <a:schemeClr val="accent1">
              <a:lumMod val="75000"/>
              <a:alpha val="92000"/>
            </a:schemeClr>
          </a:solidFill>
          <a:effectLst/>
        </p:spPr>
        <p:txBody>
          <a:bodyPr rtlCol="0"/>
          <a:lstStyle>
            <a:lvl1pPr marL="0" indent="0" algn="ctr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 hasCustomPrompt="1"/>
          </p:nvPr>
        </p:nvSpPr>
        <p:spPr>
          <a:xfrm>
            <a:off x="3163809" y="1905000"/>
            <a:ext cx="5864382" cy="2275238"/>
          </a:xfrm>
        </p:spPr>
        <p:txBody>
          <a:bodyPr rtlCol="0" anchor="ctr">
            <a:normAutofit/>
          </a:bodyPr>
          <a:lstStyle>
            <a:lvl1pPr algn="ctr">
              <a:defRPr lang="en-US" sz="5000" kern="1200" cap="all" spc="1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GRAZIE</a:t>
            </a:r>
          </a:p>
        </p:txBody>
      </p:sp>
    </p:spTree>
    <p:extLst>
      <p:ext uri="{BB962C8B-B14F-4D97-AF65-F5344CB8AC3E}">
        <p14:creationId xmlns:p14="http://schemas.microsoft.com/office/powerpoint/2010/main" val="265348575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iudi-grazie 4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gnaposto testo 21">
            <a:extLst>
              <a:ext uri="{FF2B5EF4-FFF2-40B4-BE49-F238E27FC236}">
                <a16:creationId xmlns:a16="http://schemas.microsoft.com/office/drawing/2014/main" id="{FC033E0E-968F-40A8-BE78-354499D7F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 rot="19594102" flipH="1">
            <a:off x="584131" y="-142449"/>
            <a:ext cx="1218268" cy="6177109"/>
          </a:xfrm>
          <a:custGeom>
            <a:avLst/>
            <a:gdLst>
              <a:gd name="connsiteX0" fmla="*/ 1114975 w 1218268"/>
              <a:gd name="connsiteY0" fmla="*/ 1688918 h 6177109"/>
              <a:gd name="connsiteX1" fmla="*/ 1114975 w 1218268"/>
              <a:gd name="connsiteY1" fmla="*/ 5441035 h 6177109"/>
              <a:gd name="connsiteX2" fmla="*/ 1218268 w 1218268"/>
              <a:gd name="connsiteY2" fmla="*/ 5372844 h 6177109"/>
              <a:gd name="connsiteX3" fmla="*/ 1218268 w 1218268"/>
              <a:gd name="connsiteY3" fmla="*/ 1845382 h 6177109"/>
              <a:gd name="connsiteX4" fmla="*/ 675740 w 1218268"/>
              <a:gd name="connsiteY4" fmla="*/ 1023583 h 6177109"/>
              <a:gd name="connsiteX5" fmla="*/ 675740 w 1218268"/>
              <a:gd name="connsiteY5" fmla="*/ 5731005 h 6177109"/>
              <a:gd name="connsiteX6" fmla="*/ 951275 w 1218268"/>
              <a:gd name="connsiteY6" fmla="*/ 5549105 h 6177109"/>
              <a:gd name="connsiteX7" fmla="*/ 951275 w 1218268"/>
              <a:gd name="connsiteY7" fmla="*/ 1440952 h 6177109"/>
              <a:gd name="connsiteX8" fmla="*/ 0 w 1218268"/>
              <a:gd name="connsiteY8" fmla="*/ 0 h 6177109"/>
              <a:gd name="connsiteX9" fmla="*/ 0 w 1218268"/>
              <a:gd name="connsiteY9" fmla="*/ 6177109 h 6177109"/>
              <a:gd name="connsiteX10" fmla="*/ 485620 w 1218268"/>
              <a:gd name="connsiteY10" fmla="*/ 5856517 h 6177109"/>
              <a:gd name="connsiteX11" fmla="*/ 485620 w 1218268"/>
              <a:gd name="connsiteY11" fmla="*/ 735597 h 6177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8268" h="6177109">
                <a:moveTo>
                  <a:pt x="1114975" y="1688918"/>
                </a:moveTo>
                <a:lnTo>
                  <a:pt x="1114975" y="5441035"/>
                </a:lnTo>
                <a:lnTo>
                  <a:pt x="1218268" y="5372844"/>
                </a:lnTo>
                <a:lnTo>
                  <a:pt x="1218268" y="1845382"/>
                </a:lnTo>
                <a:close/>
                <a:moveTo>
                  <a:pt x="675740" y="1023583"/>
                </a:moveTo>
                <a:lnTo>
                  <a:pt x="675740" y="5731005"/>
                </a:lnTo>
                <a:lnTo>
                  <a:pt x="951275" y="5549105"/>
                </a:lnTo>
                <a:lnTo>
                  <a:pt x="951275" y="1440952"/>
                </a:lnTo>
                <a:close/>
                <a:moveTo>
                  <a:pt x="0" y="0"/>
                </a:moveTo>
                <a:lnTo>
                  <a:pt x="0" y="6177109"/>
                </a:lnTo>
                <a:lnTo>
                  <a:pt x="485620" y="5856517"/>
                </a:lnTo>
                <a:lnTo>
                  <a:pt x="485620" y="735597"/>
                </a:lnTo>
                <a:close/>
              </a:path>
            </a:pathLst>
          </a:custGeom>
          <a:solidFill>
            <a:schemeClr val="bg1"/>
          </a:solidFill>
          <a:effectLst/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B9454D95-B362-4CB6-B706-EB2022A33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124200" y="0"/>
            <a:ext cx="9067800" cy="6858000"/>
          </a:xfrm>
          <a:custGeom>
            <a:avLst/>
            <a:gdLst>
              <a:gd name="connsiteX0" fmla="*/ 5205086 w 9067800"/>
              <a:gd name="connsiteY0" fmla="*/ 0 h 6858000"/>
              <a:gd name="connsiteX1" fmla="*/ 6957685 w 9067800"/>
              <a:gd name="connsiteY1" fmla="*/ 0 h 6858000"/>
              <a:gd name="connsiteX2" fmla="*/ 9067800 w 9067800"/>
              <a:gd name="connsiteY2" fmla="*/ 0 h 6858000"/>
              <a:gd name="connsiteX3" fmla="*/ 9067800 w 9067800"/>
              <a:gd name="connsiteY3" fmla="*/ 6827058 h 6858000"/>
              <a:gd name="connsiteX4" fmla="*/ 9044315 w 9067800"/>
              <a:gd name="connsiteY4" fmla="*/ 6858000 h 6858000"/>
              <a:gd name="connsiteX5" fmla="*/ 7291715 w 9067800"/>
              <a:gd name="connsiteY5" fmla="*/ 6858000 h 6858000"/>
              <a:gd name="connsiteX6" fmla="*/ 1752601 w 9067800"/>
              <a:gd name="connsiteY6" fmla="*/ 6858000 h 6858000"/>
              <a:gd name="connsiteX7" fmla="*/ 0 w 90678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67800" h="6858000">
                <a:moveTo>
                  <a:pt x="5205086" y="0"/>
                </a:moveTo>
                <a:lnTo>
                  <a:pt x="6957685" y="0"/>
                </a:lnTo>
                <a:lnTo>
                  <a:pt x="9067800" y="0"/>
                </a:lnTo>
                <a:lnTo>
                  <a:pt x="9067800" y="6827058"/>
                </a:lnTo>
                <a:lnTo>
                  <a:pt x="9044315" y="6858000"/>
                </a:lnTo>
                <a:lnTo>
                  <a:pt x="7291715" y="6858000"/>
                </a:lnTo>
                <a:lnTo>
                  <a:pt x="175260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266700"/>
            <a:ext cx="5105400" cy="63246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 hasCustomPrompt="1"/>
          </p:nvPr>
        </p:nvSpPr>
        <p:spPr>
          <a:xfrm>
            <a:off x="933450" y="762000"/>
            <a:ext cx="4381500" cy="3429000"/>
          </a:xfrm>
        </p:spPr>
        <p:txBody>
          <a:bodyPr rtlCol="0" anchor="ctr">
            <a:normAutofit/>
          </a:bodyPr>
          <a:lstStyle>
            <a:lvl1pPr algn="ctr">
              <a:defRPr sz="5000" spc="200" baseline="0"/>
            </a:lvl1pPr>
          </a:lstStyle>
          <a:p>
            <a:pPr rtl="0"/>
            <a:r>
              <a:rPr lang="it-IT" noProof="0"/>
              <a:t>GRAZIE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V="1">
            <a:off x="314325" y="4953000"/>
            <a:ext cx="1143000" cy="1790700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0448034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iudi-grazi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immagine 10">
            <a:extLst>
              <a:ext uri="{FF2B5EF4-FFF2-40B4-BE49-F238E27FC236}">
                <a16:creationId xmlns:a16="http://schemas.microsoft.com/office/drawing/2014/main" id="{A623EB06-2F79-4698-807D-96A58B4F1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3124200 w 8329286"/>
              <a:gd name="connsiteY2" fmla="*/ 6858000 h 6858000"/>
              <a:gd name="connsiteX3" fmla="*/ 0 w 832928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31242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228600" dist="38100" algn="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600" y="609600"/>
            <a:ext cx="4648200" cy="56388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 hasCustomPrompt="1"/>
          </p:nvPr>
        </p:nvSpPr>
        <p:spPr>
          <a:xfrm>
            <a:off x="1257300" y="1447800"/>
            <a:ext cx="4114800" cy="3962400"/>
          </a:xfrm>
        </p:spPr>
        <p:txBody>
          <a:bodyPr rtlCol="0" anchor="ctr">
            <a:normAutofit/>
          </a:bodyPr>
          <a:lstStyle>
            <a:lvl1pPr algn="ctr">
              <a:defRPr sz="5000" spc="200" baseline="0"/>
            </a:lvl1pPr>
          </a:lstStyle>
          <a:p>
            <a:pPr rtl="0"/>
            <a:r>
              <a:rPr lang="it-IT" noProof="0"/>
              <a:t>GRAZIE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5100" y="409575"/>
            <a:ext cx="1219200" cy="400050"/>
          </a:xfr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BB42ECCE-195D-45F5-94EB-137CEFCFE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05100" y="6076950"/>
            <a:ext cx="1219200" cy="400050"/>
          </a:xfrm>
          <a:solidFill>
            <a:schemeClr val="accent2"/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325539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548640" y="548640"/>
            <a:ext cx="11106150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548640" y="2103120"/>
            <a:ext cx="11106150" cy="422148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424938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5" r:id="rId1"/>
    <p:sldLayoutId id="2147483959" r:id="rId2"/>
    <p:sldLayoutId id="2147483961" r:id="rId3"/>
    <p:sldLayoutId id="2147483962" r:id="rId4"/>
    <p:sldLayoutId id="2147483964" r:id="rId5"/>
    <p:sldLayoutId id="2147483958" r:id="rId6"/>
    <p:sldLayoutId id="2147483963" r:id="rId7"/>
    <p:sldLayoutId id="2147483957" r:id="rId8"/>
    <p:sldLayoutId id="2147483965" r:id="rId9"/>
    <p:sldLayoutId id="2147483966" r:id="rId10"/>
    <p:sldLayoutId id="2147483996" r:id="rId11"/>
    <p:sldLayoutId id="2147483997" r:id="rId12"/>
    <p:sldLayoutId id="2147483998" r:id="rId13"/>
    <p:sldLayoutId id="2147483999" r:id="rId14"/>
    <p:sldLayoutId id="2147484000" r:id="rId15"/>
    <p:sldLayoutId id="2147484001" r:id="rId16"/>
    <p:sldLayoutId id="2147484007" r:id="rId17"/>
    <p:sldLayoutId id="2147483967" r:id="rId18"/>
    <p:sldLayoutId id="2147483968" r:id="rId19"/>
    <p:sldLayoutId id="2147483987" r:id="rId20"/>
    <p:sldLayoutId id="2147483969" r:id="rId21"/>
    <p:sldLayoutId id="2147483970" r:id="rId22"/>
    <p:sldLayoutId id="2147483971" r:id="rId23"/>
    <p:sldLayoutId id="2147483972" r:id="rId24"/>
    <p:sldLayoutId id="2147483973" r:id="rId25"/>
    <p:sldLayoutId id="2147483978" r:id="rId26"/>
    <p:sldLayoutId id="2147483974" r:id="rId27"/>
    <p:sldLayoutId id="2147483975" r:id="rId28"/>
    <p:sldLayoutId id="2147483976" r:id="rId29"/>
    <p:sldLayoutId id="2147483977" r:id="rId30"/>
    <p:sldLayoutId id="2147483988" r:id="rId31"/>
    <p:sldLayoutId id="2147483989" r:id="rId32"/>
    <p:sldLayoutId id="2147483990" r:id="rId33"/>
    <p:sldLayoutId id="2147483991" r:id="rId34"/>
    <p:sldLayoutId id="2147483992" r:id="rId35"/>
    <p:sldLayoutId id="2147483993" r:id="rId36"/>
    <p:sldLayoutId id="2147483995" r:id="rId37"/>
    <p:sldLayoutId id="2147484002" r:id="rId38"/>
    <p:sldLayoutId id="2147484003" r:id="rId39"/>
    <p:sldLayoutId id="2147484004" r:id="rId40"/>
    <p:sldLayoutId id="2147483994" r:id="rId41"/>
    <p:sldLayoutId id="2147484005" r:id="rId42"/>
    <p:sldLayoutId id="2147484006" r:id="rId43"/>
    <p:sldLayoutId id="2147483979" r:id="rId44"/>
    <p:sldLayoutId id="2147483980" r:id="rId45"/>
    <p:sldLayoutId id="2147483981" r:id="rId46"/>
    <p:sldLayoutId id="2147483982" r:id="rId47"/>
    <p:sldLayoutId id="2147483983" r:id="rId48"/>
    <p:sldLayoutId id="2147483984" r:id="rId49"/>
    <p:sldLayoutId id="2147483985" r:id="rId50"/>
    <p:sldLayoutId id="2147483986" r:id="rId51"/>
    <p:sldLayoutId id="2147484008" r:id="rId52"/>
    <p:sldLayoutId id="2147484009" r:id="rId53"/>
    <p:sldLayoutId id="2147484010" r:id="rId54"/>
    <p:sldLayoutId id="2147484011" r:id="rId55"/>
    <p:sldLayoutId id="2147484012" r:id="rId5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immagine 4">
            <a:extLst>
              <a:ext uri="{FF2B5EF4-FFF2-40B4-BE49-F238E27FC236}">
                <a16:creationId xmlns:a16="http://schemas.microsoft.com/office/drawing/2014/main" id="{09890287-4DB6-4C87-AEAF-17E9594F4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7813" b="7813"/>
          <a:stretch>
            <a:fillRect/>
          </a:stretch>
        </p:blipFill>
        <p:spPr/>
      </p:pic>
      <p:sp>
        <p:nvSpPr>
          <p:cNvPr id="285" name="Segnaposto testo 284">
            <a:extLst>
              <a:ext uri="{FF2B5EF4-FFF2-40B4-BE49-F238E27FC236}">
                <a16:creationId xmlns:a16="http://schemas.microsoft.com/office/drawing/2014/main" id="{C0BF9B80-F084-4423-8C1C-E79BE8298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286" name="Segnaposto testo 285">
            <a:extLst>
              <a:ext uri="{FF2B5EF4-FFF2-40B4-BE49-F238E27FC236}">
                <a16:creationId xmlns:a16="http://schemas.microsoft.com/office/drawing/2014/main" id="{9626180B-FF05-48CF-BFB3-C95C9B5DA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endParaRPr lang="it-IT" dirty="0"/>
          </a:p>
        </p:txBody>
      </p:sp>
      <p:sp>
        <p:nvSpPr>
          <p:cNvPr id="6" name="Titolo 5">
            <a:extLst>
              <a:ext uri="{FF2B5EF4-FFF2-40B4-BE49-F238E27FC236}">
                <a16:creationId xmlns:a16="http://schemas.microsoft.com/office/drawing/2014/main" id="{3933031D-018B-489E-B613-2113C1CD23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63809" y="1905000"/>
            <a:ext cx="5864382" cy="1884040"/>
          </a:xfrm>
        </p:spPr>
        <p:txBody>
          <a:bodyPr rtlCol="0">
            <a:normAutofit/>
          </a:bodyPr>
          <a:lstStyle/>
          <a:p>
            <a:r>
              <a:rPr lang="en-US" sz="6000" dirty="0"/>
              <a:t>Italian Road Traffic</a:t>
            </a:r>
            <a:br>
              <a:rPr lang="en-US" sz="6000" dirty="0"/>
            </a:br>
            <a:r>
              <a:rPr lang="en-US" sz="6000" dirty="0"/>
              <a:t>Analysis (ISTAT)</a:t>
            </a:r>
            <a:endParaRPr lang="it-IT" sz="6000" dirty="0"/>
          </a:p>
        </p:txBody>
      </p:sp>
    </p:spTree>
    <p:extLst>
      <p:ext uri="{BB962C8B-B14F-4D97-AF65-F5344CB8AC3E}">
        <p14:creationId xmlns:p14="http://schemas.microsoft.com/office/powerpoint/2010/main" val="3135228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1">
            <a:extLst>
              <a:ext uri="{FF2B5EF4-FFF2-40B4-BE49-F238E27FC236}">
                <a16:creationId xmlns:a16="http://schemas.microsoft.com/office/drawing/2014/main" id="{94C582A2-A406-4C9B-A3DA-BA4EECAB3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54654"/>
            <a:ext cx="10947960" cy="707886"/>
          </a:xfrm>
        </p:spPr>
        <p:txBody>
          <a:bodyPr rtlCol="0">
            <a:noAutofit/>
          </a:bodyPr>
          <a:lstStyle/>
          <a:p>
            <a:pPr rtl="0"/>
            <a:r>
              <a:rPr lang="it-IT" sz="2400" b="1" dirty="0">
                <a:solidFill>
                  <a:srgbClr val="FF0000"/>
                </a:solidFill>
              </a:rPr>
              <a:t>PROBLEMA IN QUESTIONE, PROCESSO UTILIZZATO E STRUMENTI/TECNOLOGIE UTILIZZATI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egnaposto contenuto 12">
                <a:extLst>
                  <a:ext uri="{FF2B5EF4-FFF2-40B4-BE49-F238E27FC236}">
                    <a16:creationId xmlns:a16="http://schemas.microsoft.com/office/drawing/2014/main" id="{556610ED-3E2D-4E6A-ABD0-150F203E6B4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548640" y="1412775"/>
                <a:ext cx="10947960" cy="4838959"/>
              </a:xfrm>
            </p:spPr>
            <p:txBody>
              <a:bodyPr rtlCol="0">
                <a:normAutofit fontScale="92500" lnSpcReduction="20000"/>
              </a:bodyPr>
              <a:lstStyle/>
              <a:p>
                <a:r>
                  <a:rPr lang="it-IT" dirty="0"/>
                  <a:t>Osservare e capire quali sono le </a:t>
                </a:r>
                <a:r>
                  <a:rPr lang="it-IT" b="1" dirty="0"/>
                  <a:t>città</a:t>
                </a:r>
                <a:r>
                  <a:rPr lang="it-IT" dirty="0"/>
                  <a:t> in cui si verificano più </a:t>
                </a:r>
                <a:r>
                  <a:rPr lang="it-IT" b="1" dirty="0"/>
                  <a:t>incidenti stradali</a:t>
                </a:r>
                <a:r>
                  <a:rPr lang="it-IT" dirty="0"/>
                  <a:t>, le città con il </a:t>
                </a:r>
                <a:r>
                  <a:rPr lang="it-IT" b="1" dirty="0"/>
                  <a:t>tasso di incidenti per 1000 abitanti residenti</a:t>
                </a:r>
                <a:r>
                  <a:rPr lang="it-IT" dirty="0"/>
                  <a:t> più alto, quelle con il </a:t>
                </a:r>
                <a:r>
                  <a:rPr lang="it-IT" b="1" dirty="0"/>
                  <a:t>tasso di incidenti per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1" i="1">
                            <a:latin typeface="Cambria Math" panose="02040503050406030204" pitchFamily="18" charset="0"/>
                          </a:rPr>
                          <m:t>𝒌𝒎</m:t>
                        </m:r>
                      </m:e>
                      <m:sup>
                        <m:r>
                          <a:rPr lang="it-IT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it-IT" dirty="0"/>
                  <a:t> più alto e le città con il più alto </a:t>
                </a:r>
                <a:r>
                  <a:rPr lang="it-IT" b="1" dirty="0"/>
                  <a:t>rapporto di incidenti</a:t>
                </a:r>
                <a:r>
                  <a:rPr lang="it-IT" dirty="0"/>
                  <a:t> in base ai </a:t>
                </a:r>
                <a:r>
                  <a:rPr lang="it-IT" b="1" dirty="0"/>
                  <a:t>veicoli</a:t>
                </a:r>
                <a:r>
                  <a:rPr lang="it-IT" dirty="0"/>
                  <a:t>, negli ultimi anni.</a:t>
                </a:r>
              </a:p>
              <a:p>
                <a:pPr rtl="0"/>
                <a:r>
                  <a:rPr lang="it-IT" dirty="0"/>
                  <a:t>Dopo aver ottenuto e visualizzato i </a:t>
                </a:r>
                <a:r>
                  <a:rPr lang="it-IT" u="sng" dirty="0"/>
                  <a:t>risultati</a:t>
                </a:r>
                <a:r>
                  <a:rPr lang="it-IT" dirty="0"/>
                  <a:t>, sono state individuate le città in cui conviene maggiormente </a:t>
                </a:r>
                <a:r>
                  <a:rPr lang="it-IT" b="1" dirty="0"/>
                  <a:t>insediarsi commercialmente ed economicamente</a:t>
                </a:r>
                <a:r>
                  <a:rPr lang="it-IT" dirty="0"/>
                  <a:t> in modo tale da sfruttare le problematiche evidenti con la conseguenza che, attraverso gli strumenti, l’efficienza, la competenza e la qualità dei servizi della compagnia possa </a:t>
                </a:r>
                <a:r>
                  <a:rPr lang="it-IT" b="1" dirty="0"/>
                  <a:t>migliorare</a:t>
                </a:r>
                <a:r>
                  <a:rPr lang="it-IT" dirty="0"/>
                  <a:t> la </a:t>
                </a:r>
                <a:r>
                  <a:rPr lang="it-IT" b="1" dirty="0"/>
                  <a:t>gestione del traffico stradale e la prevenzione dei rischi</a:t>
                </a:r>
                <a:r>
                  <a:rPr lang="it-IT" dirty="0"/>
                  <a:t>.</a:t>
                </a:r>
              </a:p>
              <a:p>
                <a:r>
                  <a:rPr lang="it-IT" dirty="0"/>
                  <a:t>Gli </a:t>
                </a:r>
                <a:r>
                  <a:rPr lang="it-IT" u="sng" dirty="0"/>
                  <a:t>investimenti</a:t>
                </a:r>
                <a:r>
                  <a:rPr lang="it-IT" dirty="0"/>
                  <a:t> possono riguardare sia </a:t>
                </a:r>
                <a:r>
                  <a:rPr lang="it-IT" b="1" dirty="0"/>
                  <a:t>interventi infrastrutturali</a:t>
                </a:r>
                <a:r>
                  <a:rPr lang="it-IT" dirty="0"/>
                  <a:t> sia </a:t>
                </a:r>
                <a:r>
                  <a:rPr lang="it-IT" b="1" dirty="0"/>
                  <a:t>soluzioni tecnologiche avanzate</a:t>
                </a:r>
                <a:r>
                  <a:rPr lang="it-IT" dirty="0"/>
                  <a:t>. </a:t>
                </a:r>
                <a:br>
                  <a:rPr lang="it-IT" dirty="0"/>
                </a:br>
                <a:r>
                  <a:rPr lang="it-IT" dirty="0"/>
                  <a:t>In particolare, risultano strategici l'implementazione di sistemi intelligenti di gestione del traffico (ITS), il monitoraggio in tempo reale mediante sensori e telecamere, l'analisi predittiva delle aree a maggiore rischio di incidentalità, l'ottimizzazione dei percorsi dei mezzi di emergenza e la realizzazione di interventi mirati nei punti a maggiore concentrazione di incidenti. Tali soluzioni consentono di migliorare la sicurezza stradale, </a:t>
                </a:r>
                <a:r>
                  <a:rPr lang="it-IT" b="1" dirty="0"/>
                  <a:t>ridurre i tempi di intervento</a:t>
                </a:r>
                <a:r>
                  <a:rPr lang="it-IT" dirty="0"/>
                  <a:t> e </a:t>
                </a:r>
                <a:r>
                  <a:rPr lang="it-IT" b="1" dirty="0"/>
                  <a:t>ripristinare la viabilità</a:t>
                </a:r>
                <a:r>
                  <a:rPr lang="it-IT" dirty="0"/>
                  <a:t>, ottimizzare la </a:t>
                </a:r>
                <a:r>
                  <a:rPr lang="it-IT" b="1" dirty="0"/>
                  <a:t>mobilità urbana</a:t>
                </a:r>
                <a:r>
                  <a:rPr lang="it-IT" dirty="0"/>
                  <a:t> e </a:t>
                </a:r>
                <a:r>
                  <a:rPr lang="it-IT" u="sng" dirty="0"/>
                  <a:t>diminuire</a:t>
                </a:r>
                <a:r>
                  <a:rPr lang="it-IT" dirty="0"/>
                  <a:t> il </a:t>
                </a:r>
                <a:r>
                  <a:rPr lang="it-IT" b="1" dirty="0"/>
                  <a:t>numero e la gravità degli incidenti</a:t>
                </a:r>
                <a:r>
                  <a:rPr lang="it-IT" dirty="0"/>
                  <a:t>.</a:t>
                </a:r>
              </a:p>
              <a:p>
                <a:r>
                  <a:rPr lang="it-IT" b="1" dirty="0"/>
                  <a:t>Collect the Data (ISTAT)</a:t>
                </a:r>
                <a:r>
                  <a:rPr lang="it-IT" dirty="0"/>
                  <a:t> -  </a:t>
                </a:r>
                <a:r>
                  <a:rPr lang="it-IT" b="1" dirty="0"/>
                  <a:t>Conoscenza delle variabili</a:t>
                </a:r>
                <a:r>
                  <a:rPr lang="it-IT" dirty="0"/>
                  <a:t> -  </a:t>
                </a:r>
                <a:r>
                  <a:rPr lang="it-IT" b="1" dirty="0"/>
                  <a:t>NoteBook (VsCode)</a:t>
                </a:r>
                <a:r>
                  <a:rPr lang="it-IT" dirty="0"/>
                  <a:t> - </a:t>
                </a:r>
                <a:r>
                  <a:rPr lang="it-IT" b="1" dirty="0"/>
                  <a:t>Dashboard (PowerBI)</a:t>
                </a:r>
              </a:p>
              <a:p>
                <a:r>
                  <a:rPr lang="it-IT" dirty="0"/>
                  <a:t>ISTAT: </a:t>
                </a:r>
              </a:p>
              <a:p>
                <a:pPr lvl="2"/>
                <a:r>
                  <a:rPr lang="it-IT" dirty="0"/>
                  <a:t>https://esploradati.istat.it/SDMXWS/rest/data/41_983?startPeriod=2021&amp;endPeriod=2023</a:t>
                </a:r>
              </a:p>
              <a:p>
                <a:pPr lvl="2"/>
                <a:r>
                  <a:rPr lang="it-IT" dirty="0"/>
                  <a:t>https://situas.istat.it/web/#/territorio/body?id=74&amp;dateFrom=2020-12-31</a:t>
                </a:r>
              </a:p>
              <a:p>
                <a:pPr lvl="2"/>
                <a:r>
                  <a:rPr lang="it-IT" dirty="0"/>
                  <a:t>https://share.google/zM1ouAjys23VoMC4z</a:t>
                </a:r>
              </a:p>
            </p:txBody>
          </p:sp>
        </mc:Choice>
        <mc:Fallback xmlns="">
          <p:sp>
            <p:nvSpPr>
              <p:cNvPr id="13" name="Segnaposto contenuto 12">
                <a:extLst>
                  <a:ext uri="{FF2B5EF4-FFF2-40B4-BE49-F238E27FC236}">
                    <a16:creationId xmlns:a16="http://schemas.microsoft.com/office/drawing/2014/main" id="{556610ED-3E2D-4E6A-ABD0-150F203E6B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548640" y="1412775"/>
                <a:ext cx="10947960" cy="4838959"/>
              </a:xfrm>
              <a:blipFill>
                <a:blip r:embed="rId3"/>
                <a:stretch>
                  <a:fillRect l="-390" t="-2267" r="-105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5F44A039-11AB-474F-8746-9A34D1C39C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smtClean="0"/>
              <a:pPr/>
              <a:t>2</a:t>
            </a:fld>
            <a:endParaRPr lang="it-IT"/>
          </a:p>
        </p:txBody>
      </p:sp>
      <p:sp>
        <p:nvSpPr>
          <p:cNvPr id="18" name="Segnaposto testo 119">
            <a:extLst>
              <a:ext uri="{FF2B5EF4-FFF2-40B4-BE49-F238E27FC236}">
                <a16:creationId xmlns:a16="http://schemas.microsoft.com/office/drawing/2014/main" id="{6E5B80C5-6B42-4867-88CC-660291DD3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/>
        </p:nvSpPr>
        <p:spPr>
          <a:xfrm>
            <a:off x="693060" y="6641305"/>
            <a:ext cx="173736" cy="152400"/>
          </a:xfrm>
          <a:prstGeom prst="rect">
            <a:avLst/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45720" tIns="45720" rIns="45720" bIns="45720" rtlCol="0">
            <a:normAutofit fontScale="250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2000" kern="1200">
                <a:solidFill>
                  <a:schemeClr val="tx1">
                    <a:alpha val="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endParaRPr lang="it-IT"/>
          </a:p>
        </p:txBody>
      </p:sp>
      <p:pic>
        <p:nvPicPr>
          <p:cNvPr id="10" name="Segnaposto immagine 5">
            <a:extLst>
              <a:ext uri="{FF2B5EF4-FFF2-40B4-BE49-F238E27FC236}">
                <a16:creationId xmlns:a16="http://schemas.microsoft.com/office/drawing/2014/main" id="{D2A5B748-37FD-448D-997E-B1D332658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</p:spPr>
      </p:pic>
    </p:spTree>
    <p:extLst>
      <p:ext uri="{BB962C8B-B14F-4D97-AF65-F5344CB8AC3E}">
        <p14:creationId xmlns:p14="http://schemas.microsoft.com/office/powerpoint/2010/main" val="1074725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D43F-CCFA-0AC9-7533-1DEB89021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1">
            <a:extLst>
              <a:ext uri="{FF2B5EF4-FFF2-40B4-BE49-F238E27FC236}">
                <a16:creationId xmlns:a16="http://schemas.microsoft.com/office/drawing/2014/main" id="{324655D6-8942-B624-9780-C955D4D94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54654"/>
            <a:ext cx="10805160" cy="707886"/>
          </a:xfrm>
        </p:spPr>
        <p:txBody>
          <a:bodyPr rtlCol="0"/>
          <a:lstStyle/>
          <a:p>
            <a:pPr rtl="0"/>
            <a:r>
              <a:rPr lang="it-IT" dirty="0">
                <a:solidFill>
                  <a:srgbClr val="FF0000"/>
                </a:solidFill>
              </a:rPr>
              <a:t>STRUTTURA, VARIABILI E UNIONI DEI DATASET</a:t>
            </a:r>
          </a:p>
        </p:txBody>
      </p:sp>
      <p:sp>
        <p:nvSpPr>
          <p:cNvPr id="13" name="Segnaposto contenuto 12">
            <a:extLst>
              <a:ext uri="{FF2B5EF4-FFF2-40B4-BE49-F238E27FC236}">
                <a16:creationId xmlns:a16="http://schemas.microsoft.com/office/drawing/2014/main" id="{06B9805C-752D-CF94-65DB-2E1DB9B7842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40" y="1412776"/>
            <a:ext cx="11235992" cy="4927064"/>
          </a:xfrm>
        </p:spPr>
        <p:txBody>
          <a:bodyPr rtlCol="0">
            <a:normAutofit fontScale="92500" lnSpcReduction="20000"/>
          </a:bodyPr>
          <a:lstStyle/>
          <a:p>
            <a:pPr rtl="0"/>
            <a:r>
              <a:rPr lang="it-IT" b="1" dirty="0"/>
              <a:t>Struttura</a:t>
            </a:r>
            <a:r>
              <a:rPr lang="it-IT" dirty="0"/>
              <a:t> e </a:t>
            </a:r>
            <a:r>
              <a:rPr lang="it-IT" b="1" dirty="0"/>
              <a:t>variabili</a:t>
            </a:r>
            <a:r>
              <a:rPr lang="it-IT" dirty="0"/>
              <a:t> del </a:t>
            </a:r>
            <a:r>
              <a:rPr lang="it-IT" u="sng" dirty="0"/>
              <a:t>Dataset di partenza</a:t>
            </a:r>
            <a:r>
              <a:rPr lang="it-IT" dirty="0"/>
              <a:t>:</a:t>
            </a:r>
          </a:p>
          <a:p>
            <a:pPr lvl="1"/>
            <a:r>
              <a:rPr lang="it-IT" dirty="0"/>
              <a:t>Dataflow: IT1:41_983(1.0) </a:t>
            </a:r>
            <a:r>
              <a:rPr lang="it-IT" dirty="0">
                <a:sym typeface="Wingdings" panose="05000000000000000000" pitchFamily="2" charset="2"/>
              </a:rPr>
              <a:t> IT1: ISTAT – </a:t>
            </a:r>
            <a:r>
              <a:rPr lang="it-IT" b="1" dirty="0">
                <a:sym typeface="Wingdings" panose="05000000000000000000" pitchFamily="2" charset="2"/>
              </a:rPr>
              <a:t>41_983</a:t>
            </a:r>
            <a:r>
              <a:rPr lang="it-IT" dirty="0">
                <a:sym typeface="Wingdings" panose="05000000000000000000" pitchFamily="2" charset="2"/>
              </a:rPr>
              <a:t>: «</a:t>
            </a:r>
            <a:r>
              <a:rPr lang="it-IT" b="1" dirty="0">
                <a:sym typeface="Wingdings" panose="05000000000000000000" pitchFamily="2" charset="2"/>
              </a:rPr>
              <a:t>Incidenti, morti e feriti – comuni</a:t>
            </a:r>
            <a:r>
              <a:rPr lang="it-IT" dirty="0">
                <a:sym typeface="Wingdings" panose="05000000000000000000" pitchFamily="2" charset="2"/>
              </a:rPr>
              <a:t>» - 1.0: versione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Freq: A  </a:t>
            </a:r>
            <a:r>
              <a:rPr lang="it-IT" b="1" dirty="0">
                <a:sym typeface="Wingdings" panose="05000000000000000000" pitchFamily="2" charset="2"/>
              </a:rPr>
              <a:t>Frequenza annuale</a:t>
            </a:r>
            <a:r>
              <a:rPr lang="it-IT" dirty="0">
                <a:sym typeface="Wingdings" panose="05000000000000000000" pitchFamily="2" charset="2"/>
              </a:rPr>
              <a:t> dei dati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Ref_area: </a:t>
            </a:r>
            <a:r>
              <a:rPr lang="it-IT" b="1" dirty="0">
                <a:sym typeface="Wingdings" panose="05000000000000000000" pitchFamily="2" charset="2"/>
              </a:rPr>
              <a:t>Codice standard numerico</a:t>
            </a:r>
            <a:r>
              <a:rPr lang="it-IT" dirty="0">
                <a:sym typeface="Wingdings" panose="05000000000000000000" pitchFamily="2" charset="2"/>
              </a:rPr>
              <a:t> che identifica i </a:t>
            </a:r>
            <a:r>
              <a:rPr lang="it-IT" b="1" dirty="0">
                <a:sym typeface="Wingdings" panose="05000000000000000000" pitchFamily="2" charset="2"/>
              </a:rPr>
              <a:t>comuni</a:t>
            </a:r>
            <a:r>
              <a:rPr lang="it-IT" dirty="0">
                <a:sym typeface="Wingdings" panose="05000000000000000000" pitchFamily="2" charset="2"/>
              </a:rPr>
              <a:t> di riferimento sul territorio italiano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Data_type: </a:t>
            </a:r>
            <a:r>
              <a:rPr lang="it-IT" b="1" dirty="0">
                <a:sym typeface="Wingdings" panose="05000000000000000000" pitchFamily="2" charset="2"/>
              </a:rPr>
              <a:t>KILLINJ</a:t>
            </a:r>
            <a:r>
              <a:rPr lang="it-IT" dirty="0">
                <a:sym typeface="Wingdings" panose="05000000000000000000" pitchFamily="2" charset="2"/>
              </a:rPr>
              <a:t>/</a:t>
            </a:r>
            <a:r>
              <a:rPr lang="it-IT" b="1" dirty="0">
                <a:sym typeface="Wingdings" panose="05000000000000000000" pitchFamily="2" charset="2"/>
              </a:rPr>
              <a:t>ROADACC</a:t>
            </a:r>
            <a:r>
              <a:rPr lang="it-IT" dirty="0">
                <a:sym typeface="Wingdings" panose="05000000000000000000" pitchFamily="2" charset="2"/>
              </a:rPr>
              <a:t>:</a:t>
            </a:r>
          </a:p>
          <a:p>
            <a:pPr lvl="2"/>
            <a:r>
              <a:rPr lang="it-IT" u="sng" dirty="0">
                <a:sym typeface="Wingdings" panose="05000000000000000000" pitchFamily="2" charset="2"/>
              </a:rPr>
              <a:t>ROADACC</a:t>
            </a:r>
            <a:r>
              <a:rPr lang="it-IT" dirty="0">
                <a:sym typeface="Wingdings" panose="05000000000000000000" pitchFamily="2" charset="2"/>
              </a:rPr>
              <a:t>: «</a:t>
            </a:r>
            <a:r>
              <a:rPr lang="it-IT" b="1" dirty="0">
                <a:sym typeface="Wingdings" panose="05000000000000000000" pitchFamily="2" charset="2"/>
              </a:rPr>
              <a:t>Incidenti stradali con lesioni alle persone</a:t>
            </a:r>
            <a:r>
              <a:rPr lang="it-IT" dirty="0">
                <a:sym typeface="Wingdings" panose="05000000000000000000" pitchFamily="2" charset="2"/>
              </a:rPr>
              <a:t>»</a:t>
            </a:r>
          </a:p>
          <a:p>
            <a:pPr marL="457200" lvl="2" indent="0">
              <a:buNone/>
            </a:pPr>
            <a:r>
              <a:rPr lang="it-IT" dirty="0">
                <a:sym typeface="Wingdings" panose="05000000000000000000" pitchFamily="2" charset="2"/>
              </a:rPr>
              <a:t>«L</a:t>
            </a:r>
            <a:r>
              <a:rPr lang="it-IT" u="sng" dirty="0">
                <a:sym typeface="Wingdings" panose="05000000000000000000" pitchFamily="2" charset="2"/>
              </a:rPr>
              <a:t>’incidente stradale</a:t>
            </a:r>
            <a:r>
              <a:rPr lang="it-IT" dirty="0">
                <a:sym typeface="Wingdings" panose="05000000000000000000" pitchFamily="2" charset="2"/>
              </a:rPr>
              <a:t> viene definito come quell’evento in cui è coinvolto almeno un </a:t>
            </a:r>
            <a:r>
              <a:rPr lang="it-IT" b="1" dirty="0">
                <a:sym typeface="Wingdings" panose="05000000000000000000" pitchFamily="2" charset="2"/>
              </a:rPr>
              <a:t>veicolo</a:t>
            </a:r>
            <a:r>
              <a:rPr lang="it-IT" dirty="0">
                <a:sym typeface="Wingdings" panose="05000000000000000000" pitchFamily="2" charset="2"/>
              </a:rPr>
              <a:t> sulla rete stradale, verificatosi nelle vie o piazze aperte alla circolazione, che comporti </a:t>
            </a:r>
            <a:r>
              <a:rPr lang="it-IT" u="sng" dirty="0">
                <a:sym typeface="Wingdings" panose="05000000000000000000" pitchFamily="2" charset="2"/>
              </a:rPr>
              <a:t>lesioni a persone</a:t>
            </a:r>
            <a:r>
              <a:rPr lang="it-IT" dirty="0">
                <a:sym typeface="Wingdings" panose="05000000000000000000" pitchFamily="2" charset="2"/>
              </a:rPr>
              <a:t> (</a:t>
            </a:r>
            <a:r>
              <a:rPr lang="it-IT" b="1" dirty="0">
                <a:sym typeface="Wingdings" panose="05000000000000000000" pitchFamily="2" charset="2"/>
              </a:rPr>
              <a:t>morti entro 30 gg e/o feriti</a:t>
            </a:r>
            <a:r>
              <a:rPr lang="it-IT" dirty="0">
                <a:sym typeface="Wingdings" panose="05000000000000000000" pitchFamily="2" charset="2"/>
              </a:rPr>
              <a:t>»</a:t>
            </a:r>
          </a:p>
          <a:p>
            <a:pPr marL="457200" lvl="2" indent="0">
              <a:buNone/>
            </a:pPr>
            <a:r>
              <a:rPr lang="it-IT" dirty="0">
                <a:sym typeface="Wingdings" panose="05000000000000000000" pitchFamily="2" charset="2"/>
              </a:rPr>
              <a:t>«Si intendono per </a:t>
            </a:r>
            <a:r>
              <a:rPr lang="it-IT" u="sng" dirty="0">
                <a:sym typeface="Wingdings" panose="05000000000000000000" pitchFamily="2" charset="2"/>
              </a:rPr>
              <a:t>veicolo</a:t>
            </a:r>
            <a:r>
              <a:rPr lang="it-IT" dirty="0">
                <a:sym typeface="Wingdings" panose="05000000000000000000" pitchFamily="2" charset="2"/>
              </a:rPr>
              <a:t> tutte le </a:t>
            </a:r>
            <a:r>
              <a:rPr lang="it-IT" b="1" dirty="0">
                <a:sym typeface="Wingdings" panose="05000000000000000000" pitchFamily="2" charset="2"/>
              </a:rPr>
              <a:t>macchine di qualsiasi specie</a:t>
            </a:r>
            <a:r>
              <a:rPr lang="it-IT" dirty="0">
                <a:sym typeface="Wingdings" panose="05000000000000000000" pitchFamily="2" charset="2"/>
              </a:rPr>
              <a:t>, indipendentemente dal tipo di </a:t>
            </a:r>
            <a:r>
              <a:rPr lang="it-IT" b="1" dirty="0">
                <a:sym typeface="Wingdings" panose="05000000000000000000" pitchFamily="2" charset="2"/>
              </a:rPr>
              <a:t>trazione</a:t>
            </a:r>
            <a:r>
              <a:rPr lang="it-IT" dirty="0">
                <a:sym typeface="Wingdings" panose="05000000000000000000" pitchFamily="2" charset="2"/>
              </a:rPr>
              <a:t> (a motore, senza motore, animale o a braccia), che circolano sulle strade guidate dall’uomo»</a:t>
            </a:r>
          </a:p>
          <a:p>
            <a:pPr lvl="2"/>
            <a:r>
              <a:rPr lang="it-IT" u="sng" dirty="0">
                <a:sym typeface="Wingdings" panose="05000000000000000000" pitchFamily="2" charset="2"/>
              </a:rPr>
              <a:t>KILLINJ</a:t>
            </a:r>
            <a:r>
              <a:rPr lang="it-IT" dirty="0">
                <a:sym typeface="Wingdings" panose="05000000000000000000" pitchFamily="2" charset="2"/>
              </a:rPr>
              <a:t>: si riferisce ad una situazione in cui ci sono stati </a:t>
            </a:r>
            <a:r>
              <a:rPr lang="it-IT" b="1" dirty="0">
                <a:sym typeface="Wingdings" panose="05000000000000000000" pitchFamily="2" charset="2"/>
              </a:rPr>
              <a:t>morti e feriti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Result: </a:t>
            </a:r>
            <a:r>
              <a:rPr lang="it-IT" b="1" dirty="0">
                <a:sym typeface="Wingdings" panose="05000000000000000000" pitchFamily="2" charset="2"/>
              </a:rPr>
              <a:t>F: Ferito/Injured</a:t>
            </a:r>
            <a:r>
              <a:rPr lang="it-IT" dirty="0">
                <a:sym typeface="Wingdings" panose="05000000000000000000" pitchFamily="2" charset="2"/>
              </a:rPr>
              <a:t> – </a:t>
            </a:r>
            <a:r>
              <a:rPr lang="it-IT" b="1" dirty="0">
                <a:sym typeface="Wingdings" panose="05000000000000000000" pitchFamily="2" charset="2"/>
              </a:rPr>
              <a:t>M: Morti/Killed</a:t>
            </a:r>
            <a:r>
              <a:rPr lang="it-IT" dirty="0">
                <a:sym typeface="Wingdings" panose="05000000000000000000" pitchFamily="2" charset="2"/>
              </a:rPr>
              <a:t> – </a:t>
            </a:r>
            <a:r>
              <a:rPr lang="it-IT" b="1" dirty="0">
                <a:sym typeface="Wingdings" panose="05000000000000000000" pitchFamily="2" charset="2"/>
              </a:rPr>
              <a:t>9: Totale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Time_period: ho selezionato </a:t>
            </a:r>
            <a:r>
              <a:rPr lang="it-IT" b="1" dirty="0">
                <a:sym typeface="Wingdings" panose="05000000000000000000" pitchFamily="2" charset="2"/>
              </a:rPr>
              <a:t>4 anni</a:t>
            </a:r>
            <a:r>
              <a:rPr lang="it-IT" dirty="0">
                <a:sym typeface="Wingdings" panose="05000000000000000000" pitchFamily="2" charset="2"/>
              </a:rPr>
              <a:t>: 2021 – 2022 – 2023 – 2024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Obs_value: rappresenta i </a:t>
            </a:r>
            <a:r>
              <a:rPr lang="it-IT" b="1" dirty="0">
                <a:sym typeface="Wingdings" panose="05000000000000000000" pitchFamily="2" charset="2"/>
              </a:rPr>
              <a:t>valori osservati</a:t>
            </a:r>
            <a:r>
              <a:rPr lang="it-IT" dirty="0">
                <a:sym typeface="Wingdings" panose="05000000000000000000" pitchFamily="2" charset="2"/>
              </a:rPr>
              <a:t> in riguardo ad una situazione di ROADACC (9: totale di incidenti stradali con lesioni alle persone) oppure di KILLINJ (F/M)</a:t>
            </a:r>
          </a:p>
          <a:p>
            <a:r>
              <a:rPr lang="it-IT" b="1" dirty="0">
                <a:sym typeface="Wingdings" panose="05000000000000000000" pitchFamily="2" charset="2"/>
              </a:rPr>
              <a:t>Unioni</a:t>
            </a:r>
            <a:r>
              <a:rPr lang="it-IT" dirty="0">
                <a:sym typeface="Wingdings" panose="05000000000000000000" pitchFamily="2" charset="2"/>
              </a:rPr>
              <a:t>: </a:t>
            </a:r>
          </a:p>
          <a:p>
            <a:pPr lvl="1"/>
            <a:r>
              <a:rPr lang="it-IT" u="sng" dirty="0">
                <a:sym typeface="Wingdings" panose="05000000000000000000" pitchFamily="2" charset="2"/>
              </a:rPr>
              <a:t>Dataset annuali sui comuni</a:t>
            </a:r>
            <a:r>
              <a:rPr lang="it-IT" dirty="0">
                <a:sym typeface="Wingdings" panose="05000000000000000000" pitchFamily="2" charset="2"/>
              </a:rPr>
              <a:t> (da cui ho estratto: </a:t>
            </a:r>
            <a:r>
              <a:rPr lang="it-IT" b="1" dirty="0">
                <a:sym typeface="Wingdings" panose="05000000000000000000" pitchFamily="2" charset="2"/>
              </a:rPr>
              <a:t>Provincial code</a:t>
            </a:r>
            <a:r>
              <a:rPr lang="it-IT" dirty="0">
                <a:sym typeface="Wingdings" panose="05000000000000000000" pitchFamily="2" charset="2"/>
              </a:rPr>
              <a:t>, </a:t>
            </a:r>
            <a:r>
              <a:rPr lang="it-IT" b="1" dirty="0">
                <a:sym typeface="Wingdings" panose="05000000000000000000" pitchFamily="2" charset="2"/>
              </a:rPr>
              <a:t>Superficie (kmq)</a:t>
            </a:r>
            <a:r>
              <a:rPr lang="it-IT" dirty="0">
                <a:sym typeface="Wingdings" panose="05000000000000000000" pitchFamily="2" charset="2"/>
              </a:rPr>
              <a:t>, </a:t>
            </a:r>
            <a:r>
              <a:rPr lang="it-IT" b="1" dirty="0">
                <a:sym typeface="Wingdings" panose="05000000000000000000" pitchFamily="2" charset="2"/>
              </a:rPr>
              <a:t>Popolazione residente</a:t>
            </a:r>
            <a:r>
              <a:rPr lang="it-IT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it-IT" u="sng" dirty="0">
                <a:sym typeface="Wingdings" panose="05000000000000000000" pitchFamily="2" charset="2"/>
              </a:rPr>
              <a:t>Dataset comuni italiani</a:t>
            </a:r>
            <a:r>
              <a:rPr lang="it-IT" dirty="0">
                <a:sym typeface="Wingdings" panose="05000000000000000000" pitchFamily="2" charset="2"/>
              </a:rPr>
              <a:t> (da cui ho estratto: </a:t>
            </a:r>
            <a:r>
              <a:rPr lang="it-IT" b="1" dirty="0">
                <a:sym typeface="Wingdings" panose="05000000000000000000" pitchFamily="2" charset="2"/>
              </a:rPr>
              <a:t>Provincial name</a:t>
            </a:r>
            <a:r>
              <a:rPr lang="it-IT" dirty="0">
                <a:sym typeface="Wingdings" panose="05000000000000000000" pitchFamily="2" charset="2"/>
              </a:rPr>
              <a:t>, </a:t>
            </a:r>
            <a:r>
              <a:rPr lang="it-IT" b="1" dirty="0">
                <a:sym typeface="Wingdings" panose="05000000000000000000" pitchFamily="2" charset="2"/>
              </a:rPr>
              <a:t>Region name</a:t>
            </a:r>
            <a:r>
              <a:rPr lang="it-IT" dirty="0">
                <a:sym typeface="Wingdings" panose="05000000000000000000" pitchFamily="2" charset="2"/>
              </a:rPr>
              <a:t>, </a:t>
            </a:r>
            <a:r>
              <a:rPr lang="it-IT" b="1" dirty="0">
                <a:sym typeface="Wingdings" panose="05000000000000000000" pitchFamily="2" charset="2"/>
              </a:rPr>
              <a:t>Geo-</a:t>
            </a:r>
            <a:r>
              <a:rPr lang="it-IT" b="1" dirty="0" err="1">
                <a:sym typeface="Wingdings" panose="05000000000000000000" pitchFamily="2" charset="2"/>
              </a:rPr>
              <a:t>division</a:t>
            </a:r>
            <a:r>
              <a:rPr lang="it-IT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it-IT" b="1" dirty="0"/>
              <a:t>Veicoli - Pubblico registro automobilistico – comuni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92ACDB87-879C-71D8-FF94-EC7AA4D66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it-IT" smtClean="0"/>
              <a:pPr rtl="0"/>
              <a:t>3</a:t>
            </a:fld>
            <a:endParaRPr lang="it-IT"/>
          </a:p>
        </p:txBody>
      </p:sp>
      <p:sp>
        <p:nvSpPr>
          <p:cNvPr id="18" name="Segnaposto testo 119">
            <a:extLst>
              <a:ext uri="{FF2B5EF4-FFF2-40B4-BE49-F238E27FC236}">
                <a16:creationId xmlns:a16="http://schemas.microsoft.com/office/drawing/2014/main" id="{CFE4FA16-185A-92B9-5E08-AE25888C7E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/>
        </p:nvSpPr>
        <p:spPr>
          <a:xfrm>
            <a:off x="693060" y="6641305"/>
            <a:ext cx="173736" cy="152400"/>
          </a:xfrm>
          <a:prstGeom prst="rect">
            <a:avLst/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45720" tIns="45720" rIns="45720" bIns="45720" rtlCol="0">
            <a:normAutofit fontScale="250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2000" kern="1200">
                <a:solidFill>
                  <a:schemeClr val="tx1">
                    <a:alpha val="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endParaRPr lang="it-IT"/>
          </a:p>
        </p:txBody>
      </p:sp>
      <p:pic>
        <p:nvPicPr>
          <p:cNvPr id="10" name="Segnaposto immagine 5">
            <a:extLst>
              <a:ext uri="{FF2B5EF4-FFF2-40B4-BE49-F238E27FC236}">
                <a16:creationId xmlns:a16="http://schemas.microsoft.com/office/drawing/2014/main" id="{5F54FA09-7684-8C39-24F0-298654F7F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</p:spPr>
      </p:pic>
    </p:spTree>
    <p:extLst>
      <p:ext uri="{BB962C8B-B14F-4D97-AF65-F5344CB8AC3E}">
        <p14:creationId xmlns:p14="http://schemas.microsoft.com/office/powerpoint/2010/main" val="1460690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testo 23">
            <a:extLst>
              <a:ext uri="{FF2B5EF4-FFF2-40B4-BE49-F238E27FC236}">
                <a16:creationId xmlns:a16="http://schemas.microsoft.com/office/drawing/2014/main" id="{A5D68029-3FB5-1A97-3A5F-1484C1DDBAF6}"/>
              </a:ext>
            </a:extLst>
          </p:cNvPr>
          <p:cNvSpPr txBox="1">
            <a:spLocks/>
          </p:cNvSpPr>
          <p:nvPr/>
        </p:nvSpPr>
        <p:spPr>
          <a:xfrm>
            <a:off x="551384" y="1247243"/>
            <a:ext cx="7776864" cy="2181757"/>
          </a:xfrm>
          <a:prstGeom prst="rect">
            <a:avLst/>
          </a:prstGeom>
        </p:spPr>
        <p:txBody>
          <a:bodyPr rtlCol="0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500" u="sng" dirty="0"/>
              <a:t>Variabile dipendente</a:t>
            </a:r>
            <a:r>
              <a:rPr lang="it-IT" sz="1500" dirty="0"/>
              <a:t>: </a:t>
            </a:r>
            <a:r>
              <a:rPr lang="it-IT" sz="1500" b="1" dirty="0"/>
              <a:t>Accidents: Road Accidents – ROADACC</a:t>
            </a:r>
          </a:p>
          <a:p>
            <a:r>
              <a:rPr lang="it-IT" sz="1500" u="sng" dirty="0"/>
              <a:t>Variabili indipendenti</a:t>
            </a:r>
            <a:r>
              <a:rPr lang="it-IT" sz="1500" b="1" dirty="0"/>
              <a:t>:</a:t>
            </a:r>
          </a:p>
          <a:p>
            <a:pPr lvl="1"/>
            <a:r>
              <a:rPr lang="it-IT" sz="1500" b="1" dirty="0"/>
              <a:t>Resident Population</a:t>
            </a:r>
            <a:r>
              <a:rPr lang="it-IT" sz="1500" dirty="0"/>
              <a:t>: è un dato dinamico che si aggiorna quotidianamente negli uffici anagrafe dei comuni, tenendo conto di nascite, morti, iscrizioni e cancellazioni per trasferimenti</a:t>
            </a:r>
          </a:p>
          <a:p>
            <a:pPr lvl="1"/>
            <a:r>
              <a:rPr lang="it-IT" sz="1500" b="1" dirty="0"/>
              <a:t>Square Kilometers</a:t>
            </a:r>
          </a:p>
          <a:p>
            <a:pPr lvl="1"/>
            <a:r>
              <a:rPr lang="it-IT" sz="1500" b="1" dirty="0"/>
              <a:t>Motorisation Rate</a:t>
            </a:r>
            <a:r>
              <a:rPr lang="it-IT" sz="1500" dirty="0"/>
              <a:t>: Vehicles / </a:t>
            </a:r>
            <a:r>
              <a:rPr lang="it-IT" sz="1500" dirty="0" err="1"/>
              <a:t>Resident_population</a:t>
            </a:r>
            <a:endParaRPr lang="it-IT" sz="1500" dirty="0"/>
          </a:p>
          <a:p>
            <a:pPr lvl="1"/>
            <a:r>
              <a:rPr lang="it-IT" sz="1500" b="1" dirty="0"/>
              <a:t>Year</a:t>
            </a:r>
          </a:p>
        </p:txBody>
      </p:sp>
      <p:sp>
        <p:nvSpPr>
          <p:cNvPr id="6" name="Titolo 11">
            <a:extLst>
              <a:ext uri="{FF2B5EF4-FFF2-40B4-BE49-F238E27FC236}">
                <a16:creationId xmlns:a16="http://schemas.microsoft.com/office/drawing/2014/main" id="{E702EE94-EBEB-1592-7DBA-BBFDD0935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534415"/>
            <a:ext cx="7488832" cy="707886"/>
          </a:xfrm>
        </p:spPr>
        <p:txBody>
          <a:bodyPr rtlCol="0"/>
          <a:lstStyle/>
          <a:p>
            <a:pPr rtl="0"/>
            <a:r>
              <a:rPr lang="it-IT" dirty="0">
                <a:solidFill>
                  <a:srgbClr val="FF0000"/>
                </a:solidFill>
              </a:rPr>
              <a:t>MODELLO DI REGRESSIONE LINEARE MULTIPLA</a:t>
            </a:r>
          </a:p>
        </p:txBody>
      </p:sp>
      <p:sp>
        <p:nvSpPr>
          <p:cNvPr id="13" name="Ovale 12">
            <a:extLst>
              <a:ext uri="{FF2B5EF4-FFF2-40B4-BE49-F238E27FC236}">
                <a16:creationId xmlns:a16="http://schemas.microsoft.com/office/drawing/2014/main" id="{3BCC474D-8134-979F-1DAB-28FCF77F4881}"/>
              </a:ext>
            </a:extLst>
          </p:cNvPr>
          <p:cNvSpPr/>
          <p:nvPr/>
        </p:nvSpPr>
        <p:spPr>
          <a:xfrm>
            <a:off x="8229883" y="1628800"/>
            <a:ext cx="3410733" cy="102485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chemeClr val="tx1"/>
                </a:solidFill>
              </a:rPr>
              <a:t>R-squared = 0,948</a:t>
            </a:r>
            <a:endParaRPr lang="it-IT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50AEBB64-DDCB-1391-5E80-D724143E3A64}"/>
                  </a:ext>
                </a:extLst>
              </p:cNvPr>
              <p:cNvSpPr txBox="1"/>
              <p:nvPr/>
            </p:nvSpPr>
            <p:spPr>
              <a:xfrm>
                <a:off x="5591944" y="3356992"/>
                <a:ext cx="6246755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it-IT" b="1" dirty="0"/>
                  <a:t> </a:t>
                </a:r>
                <a:r>
                  <a:rPr lang="it-IT" b="1" dirty="0">
                    <a:sym typeface="Wingdings" panose="05000000000000000000" pitchFamily="2" charset="2"/>
                  </a:rPr>
                  <a:t> </a:t>
                </a:r>
                <a:r>
                  <a:rPr lang="it-IT" b="1" dirty="0"/>
                  <a:t>1.000 residenti in più </a:t>
                </a:r>
                <a:r>
                  <a:rPr lang="it-IT" dirty="0"/>
                  <a:t>sono associati a circa </a:t>
                </a:r>
                <a:r>
                  <a:rPr lang="it-IT" b="1" dirty="0"/>
                  <a:t>4 incidenti in più</a:t>
                </a:r>
                <a:r>
                  <a:rPr lang="it-IT" dirty="0"/>
                  <a:t> (0,0046 × 1.000 = 4,6).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>
                    <a:sym typeface="Wingdings" panose="05000000000000000000" pitchFamily="2" charset="2"/>
                  </a:rPr>
                  <a:t> </a:t>
                </a:r>
                <a:r>
                  <a:rPr lang="it-IT" dirty="0"/>
                  <a:t>comuni </a:t>
                </a:r>
                <a:r>
                  <a:rPr lang="it-IT" b="1" dirty="0"/>
                  <a:t>più estesi</a:t>
                </a:r>
                <a:r>
                  <a:rPr lang="it-IT" dirty="0"/>
                  <a:t> tendono ad avere leggermente </a:t>
                </a:r>
                <a:r>
                  <a:rPr lang="it-IT" b="1" dirty="0"/>
                  <a:t>meno incidenti</a:t>
                </a:r>
                <a:r>
                  <a:rPr lang="it-IT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it-IT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dirty="0">
                    <a:sym typeface="Wingdings" panose="05000000000000000000" pitchFamily="2" charset="2"/>
                  </a:rPr>
                  <a:t> </a:t>
                </a:r>
                <a:r>
                  <a:rPr lang="it-IT" dirty="0"/>
                  <a:t>un aumento di </a:t>
                </a:r>
                <a:r>
                  <a:rPr lang="it-IT" b="1" dirty="0"/>
                  <a:t>1 veicolo ogni 1.000 abitanti</a:t>
                </a:r>
                <a:r>
                  <a:rPr lang="it-IT" dirty="0"/>
                  <a:t> è associato, in media, a un incremento di </a:t>
                </a:r>
                <a:r>
                  <a:rPr lang="it-IT" b="1" dirty="0"/>
                  <a:t>0,0215 incidenti</a:t>
                </a:r>
                <a:r>
                  <a:rPr lang="it-IT" dirty="0"/>
                  <a:t>. Un incremento di </a:t>
                </a:r>
                <a:r>
                  <a:rPr lang="it-IT" b="1" dirty="0"/>
                  <a:t>100 punti</a:t>
                </a:r>
                <a:r>
                  <a:rPr lang="it-IT" dirty="0"/>
                  <a:t> del tasso di motorizzazione, ad esempio da 800 a 900 </a:t>
                </a:r>
                <a:r>
                  <a:rPr lang="it-IT" b="1" dirty="0"/>
                  <a:t>veicoli ogni 1.000 abitanti, </a:t>
                </a:r>
                <a:r>
                  <a:rPr lang="it-IT" dirty="0"/>
                  <a:t> è associato a circa </a:t>
                </a:r>
                <a:r>
                  <a:rPr lang="it-IT" b="1" dirty="0"/>
                  <a:t>2,15 incidenti aggiuntivi</a:t>
                </a:r>
                <a:r>
                  <a:rPr lang="it-IT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>
                    <a:sym typeface="Wingdings" panose="05000000000000000000" pitchFamily="2" charset="2"/>
                  </a:rPr>
                  <a:t> </a:t>
                </a:r>
                <a:r>
                  <a:rPr lang="it-IT" dirty="0"/>
                  <a:t>il passaggio da un anno al successivo è associato a una diminuzione media di </a:t>
                </a:r>
                <a:r>
                  <a:rPr lang="it-IT" b="1" dirty="0"/>
                  <a:t>0,13 incidenti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50AEBB64-DDCB-1391-5E80-D724143E3A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944" y="3356992"/>
                <a:ext cx="6246755" cy="3139321"/>
              </a:xfrm>
              <a:prstGeom prst="rect">
                <a:avLst/>
              </a:prstGeom>
              <a:blipFill>
                <a:blip r:embed="rId3"/>
                <a:stretch>
                  <a:fillRect l="-585" t="-1165" r="-1756" b="-213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FAFE8205-ACD1-0AF5-7603-BECE3F3C9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642574"/>
              </p:ext>
            </p:extLst>
          </p:nvPr>
        </p:nvGraphicFramePr>
        <p:xfrm>
          <a:off x="551384" y="3453831"/>
          <a:ext cx="5040561" cy="314901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680187">
                  <a:extLst>
                    <a:ext uri="{9D8B030D-6E8A-4147-A177-3AD203B41FA5}">
                      <a16:colId xmlns:a16="http://schemas.microsoft.com/office/drawing/2014/main" val="3698606507"/>
                    </a:ext>
                  </a:extLst>
                </a:gridCol>
                <a:gridCol w="1680187">
                  <a:extLst>
                    <a:ext uri="{9D8B030D-6E8A-4147-A177-3AD203B41FA5}">
                      <a16:colId xmlns:a16="http://schemas.microsoft.com/office/drawing/2014/main" val="1706290815"/>
                    </a:ext>
                  </a:extLst>
                </a:gridCol>
                <a:gridCol w="1680187">
                  <a:extLst>
                    <a:ext uri="{9D8B030D-6E8A-4147-A177-3AD203B41FA5}">
                      <a16:colId xmlns:a16="http://schemas.microsoft.com/office/drawing/2014/main" val="1024853618"/>
                    </a:ext>
                  </a:extLst>
                </a:gridCol>
              </a:tblGrid>
              <a:tr h="60256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br>
                        <a:rPr lang="it-IT" b="0" dirty="0">
                          <a:effectLst/>
                        </a:rPr>
                      </a:br>
                      <a:endParaRPr lang="it-IT" b="0" dirty="0">
                        <a:effectLst/>
                      </a:endParaRP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b="0" dirty="0">
                          <a:effectLst/>
                        </a:rPr>
                        <a:t>coef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b="0" dirty="0">
                          <a:effectLst/>
                        </a:rPr>
                        <a:t>P&gt;|t|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128721535"/>
                  </a:ext>
                </a:extLst>
              </a:tr>
              <a:tr h="4523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it-IT" b="0" dirty="0">
                          <a:effectLst/>
                        </a:rPr>
                        <a:t>const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-288.1775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0.565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3371810757"/>
                  </a:ext>
                </a:extLst>
              </a:tr>
              <a:tr h="60256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it-IT" b="0" dirty="0">
                          <a:effectLst/>
                        </a:rPr>
                        <a:t>Resident Population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effectLst/>
                        </a:rPr>
                        <a:t>0.0046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0.000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3690639679"/>
                  </a:ext>
                </a:extLst>
              </a:tr>
              <a:tr h="4523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it-IT" b="0" dirty="0">
                          <a:effectLst/>
                        </a:rPr>
                        <a:t>Square Kilometers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-0.1051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0.000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544187532"/>
                  </a:ext>
                </a:extLst>
              </a:tr>
              <a:tr h="4523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it-IT" b="0" dirty="0">
                          <a:effectLst/>
                        </a:rPr>
                        <a:t>Motorisation Rate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effectLst/>
                        </a:rPr>
                        <a:t>0.0215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effectLst/>
                        </a:rPr>
                        <a:t>0.000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3949568112"/>
                  </a:ext>
                </a:extLst>
              </a:tr>
              <a:tr h="45238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it-IT" b="0" dirty="0">
                          <a:effectLst/>
                        </a:rPr>
                        <a:t>Year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effectLst/>
                        </a:rPr>
                        <a:t>0.1274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0.607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1842020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5089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29AE7-0655-5F02-782E-359EDC782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1">
            <a:extLst>
              <a:ext uri="{FF2B5EF4-FFF2-40B4-BE49-F238E27FC236}">
                <a16:creationId xmlns:a16="http://schemas.microsoft.com/office/drawing/2014/main" id="{BEBA7980-0085-46D2-DBD0-FA40968E5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54654"/>
            <a:ext cx="10805160" cy="707886"/>
          </a:xfrm>
        </p:spPr>
        <p:txBody>
          <a:bodyPr rtlCol="0"/>
          <a:lstStyle/>
          <a:p>
            <a:pPr rtl="0"/>
            <a:r>
              <a:rPr lang="it-IT" dirty="0">
                <a:solidFill>
                  <a:srgbClr val="FF0000"/>
                </a:solidFill>
              </a:rPr>
              <a:t>INDIVIDUAZIONE DELLE CITTA’ E LE AREE DI INTERESSE</a:t>
            </a:r>
          </a:p>
        </p:txBody>
      </p:sp>
      <p:pic>
        <p:nvPicPr>
          <p:cNvPr id="10" name="Segnaposto immagine 5">
            <a:extLst>
              <a:ext uri="{FF2B5EF4-FFF2-40B4-BE49-F238E27FC236}">
                <a16:creationId xmlns:a16="http://schemas.microsoft.com/office/drawing/2014/main" id="{853B9762-262B-CE27-50F2-4867FD7FF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674BA60E-0A20-00C3-DE28-023D54D4F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1" y="3426974"/>
            <a:ext cx="11380007" cy="1656184"/>
          </a:xfrm>
          <a:prstGeom prst="rect">
            <a:avLst/>
          </a:prstGeom>
        </p:spPr>
      </p:pic>
      <p:pic>
        <p:nvPicPr>
          <p:cNvPr id="13" name="Immagine 12" descr="Immagine che contiene testo, Carattere, numero, linea&#10;&#10;Il contenuto generato dall'IA potrebbe non essere corretto.">
            <a:extLst>
              <a:ext uri="{FF2B5EF4-FFF2-40B4-BE49-F238E27FC236}">
                <a16:creationId xmlns:a16="http://schemas.microsoft.com/office/drawing/2014/main" id="{E057E5B1-C9F0-CAA2-86A6-8F41FFAE91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373216"/>
            <a:ext cx="11380007" cy="1168460"/>
          </a:xfrm>
          <a:prstGeom prst="rect">
            <a:avLst/>
          </a:prstGeom>
        </p:spPr>
      </p:pic>
      <p:pic>
        <p:nvPicPr>
          <p:cNvPr id="16" name="Immagine 15" descr="Immagine che contiene testo, numero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70157FA6-920E-4F46-FAAA-1512EA27C1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1" y="1528521"/>
            <a:ext cx="11380006" cy="1587582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F3B1FC46-2E5B-C4CD-3873-7AEC6F809A8A}"/>
              </a:ext>
            </a:extLst>
          </p:cNvPr>
          <p:cNvSpPr/>
          <p:nvPr/>
        </p:nvSpPr>
        <p:spPr>
          <a:xfrm>
            <a:off x="7392144" y="1528522"/>
            <a:ext cx="1152128" cy="160310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A419D4CF-B068-2E55-57FC-02FBA65FB728}"/>
              </a:ext>
            </a:extLst>
          </p:cNvPr>
          <p:cNvSpPr/>
          <p:nvPr/>
        </p:nvSpPr>
        <p:spPr>
          <a:xfrm>
            <a:off x="5994628" y="3407232"/>
            <a:ext cx="1109484" cy="16561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4FD322E6-55B4-CE83-AF2B-28A98EC7DA08}"/>
              </a:ext>
            </a:extLst>
          </p:cNvPr>
          <p:cNvSpPr/>
          <p:nvPr/>
        </p:nvSpPr>
        <p:spPr>
          <a:xfrm>
            <a:off x="6312024" y="5373216"/>
            <a:ext cx="3600400" cy="11684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08489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01451-9CDC-2254-8E73-18326C391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1">
            <a:extLst>
              <a:ext uri="{FF2B5EF4-FFF2-40B4-BE49-F238E27FC236}">
                <a16:creationId xmlns:a16="http://schemas.microsoft.com/office/drawing/2014/main" id="{8CD398FF-CF2A-2727-5736-36A175056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54654"/>
            <a:ext cx="10805160" cy="707886"/>
          </a:xfrm>
        </p:spPr>
        <p:txBody>
          <a:bodyPr rtlCol="0"/>
          <a:lstStyle/>
          <a:p>
            <a:pPr rtl="0"/>
            <a:r>
              <a:rPr lang="it-IT" dirty="0">
                <a:solidFill>
                  <a:srgbClr val="FF0000"/>
                </a:solidFill>
              </a:rPr>
              <a:t>INDIVIDUAZIONE DELLE CITTA’ E LE AREE DI INTERESSE</a:t>
            </a:r>
          </a:p>
        </p:txBody>
      </p:sp>
      <p:pic>
        <p:nvPicPr>
          <p:cNvPr id="10" name="Segnaposto immagine 5">
            <a:extLst>
              <a:ext uri="{FF2B5EF4-FFF2-40B4-BE49-F238E27FC236}">
                <a16:creationId xmlns:a16="http://schemas.microsoft.com/office/drawing/2014/main" id="{CB0730CC-4BAA-63E2-0F0F-0ED87BC08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</p:spPr>
      </p:pic>
      <p:pic>
        <p:nvPicPr>
          <p:cNvPr id="9" name="Immagine 8" descr="Immagine che contiene testo, schermata, numero, Parallelo&#10;&#10;Il contenuto generato dall'IA potrebbe non essere corretto.">
            <a:extLst>
              <a:ext uri="{FF2B5EF4-FFF2-40B4-BE49-F238E27FC236}">
                <a16:creationId xmlns:a16="http://schemas.microsoft.com/office/drawing/2014/main" id="{F715FC84-024D-FB0D-03B0-13742E71A9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9994"/>
            <a:ext cx="10805160" cy="4643352"/>
          </a:xfrm>
          <a:prstGeom prst="rect">
            <a:avLst/>
          </a:prstGeom>
        </p:spPr>
      </p:pic>
      <p:sp>
        <p:nvSpPr>
          <p:cNvPr id="2" name="Rettangolo 1">
            <a:extLst>
              <a:ext uri="{FF2B5EF4-FFF2-40B4-BE49-F238E27FC236}">
                <a16:creationId xmlns:a16="http://schemas.microsoft.com/office/drawing/2014/main" id="{403ABF7D-A09E-C4CE-360D-9081A66127B9}"/>
              </a:ext>
            </a:extLst>
          </p:cNvPr>
          <p:cNvSpPr/>
          <p:nvPr/>
        </p:nvSpPr>
        <p:spPr>
          <a:xfrm>
            <a:off x="6089249" y="1541280"/>
            <a:ext cx="936104" cy="46620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46AD4BAB-3BCB-1220-BF90-010DB303BCB8}"/>
              </a:ext>
            </a:extLst>
          </p:cNvPr>
          <p:cNvSpPr/>
          <p:nvPr/>
        </p:nvSpPr>
        <p:spPr>
          <a:xfrm>
            <a:off x="7025353" y="1541280"/>
            <a:ext cx="1086871" cy="13836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F73A89B8-AF9C-DB23-5892-D3268541D3C5}"/>
              </a:ext>
            </a:extLst>
          </p:cNvPr>
          <p:cNvSpPr/>
          <p:nvPr/>
        </p:nvSpPr>
        <p:spPr>
          <a:xfrm>
            <a:off x="8112224" y="1541280"/>
            <a:ext cx="1368152" cy="46433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5221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06554-6A7F-2025-3477-204EEC9C4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1">
            <a:extLst>
              <a:ext uri="{FF2B5EF4-FFF2-40B4-BE49-F238E27FC236}">
                <a16:creationId xmlns:a16="http://schemas.microsoft.com/office/drawing/2014/main" id="{6A3BD8CA-42A5-2D96-7EF9-8F71AB375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54654"/>
            <a:ext cx="10805160" cy="707886"/>
          </a:xfrm>
        </p:spPr>
        <p:txBody>
          <a:bodyPr rtlCol="0"/>
          <a:lstStyle/>
          <a:p>
            <a:pPr rtl="0"/>
            <a:r>
              <a:rPr lang="it-IT">
                <a:solidFill>
                  <a:srgbClr val="FF0000"/>
                </a:solidFill>
              </a:rPr>
              <a:t>CONCLUSIONI</a:t>
            </a:r>
            <a:endParaRPr lang="it-IT" dirty="0">
              <a:solidFill>
                <a:srgbClr val="FF0000"/>
              </a:solidFill>
            </a:endParaRPr>
          </a:p>
        </p:txBody>
      </p:sp>
      <p:pic>
        <p:nvPicPr>
          <p:cNvPr id="10" name="Segnaposto immagine 5">
            <a:extLst>
              <a:ext uri="{FF2B5EF4-FFF2-40B4-BE49-F238E27FC236}">
                <a16:creationId xmlns:a16="http://schemas.microsoft.com/office/drawing/2014/main" id="{B1EDBF15-07FE-97F8-1A03-569B35E2A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Segnaposto contenuto 12">
                <a:extLst>
                  <a:ext uri="{FF2B5EF4-FFF2-40B4-BE49-F238E27FC236}">
                    <a16:creationId xmlns:a16="http://schemas.microsoft.com/office/drawing/2014/main" id="{1B28D5A8-7355-EEAD-0DD4-B83218844129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548640" y="1412776"/>
                <a:ext cx="11452016" cy="4927064"/>
              </a:xfrm>
            </p:spPr>
            <p:txBody>
              <a:bodyPr rtlCol="0">
                <a:normAutofit fontScale="85000" lnSpcReduction="10000"/>
              </a:bodyPr>
              <a:lstStyle/>
              <a:p>
                <a:r>
                  <a:rPr lang="it-IT" dirty="0">
                    <a:sym typeface="Wingdings" panose="05000000000000000000" pitchFamily="2" charset="2"/>
                  </a:rPr>
                  <a:t>Le analisi descrittive </a:t>
                </a:r>
                <a:r>
                  <a:rPr lang="it-IT" dirty="0"/>
                  <a:t>mostrano che </a:t>
                </a:r>
                <a:r>
                  <a:rPr lang="it-IT" b="1" dirty="0"/>
                  <a:t>Milano</a:t>
                </a:r>
                <a:r>
                  <a:rPr lang="it-IT" dirty="0"/>
                  <a:t> rappresenta il </a:t>
                </a:r>
                <a:r>
                  <a:rPr lang="it-IT" u="sng" dirty="0"/>
                  <a:t>comune prioritario</a:t>
                </a:r>
                <a:r>
                  <a:rPr lang="it-IT" dirty="0"/>
                  <a:t> per eventuali interventi, poiché registra contemporaneamente un </a:t>
                </a:r>
                <a:r>
                  <a:rPr lang="it-IT" u="sng" dirty="0"/>
                  <a:t>elevato numero di incidenti</a:t>
                </a:r>
                <a:r>
                  <a:rPr lang="it-IT" dirty="0"/>
                  <a:t> (7,7 k media annuale) e la </a:t>
                </a:r>
                <a:r>
                  <a:rPr lang="it-IT" u="sng" dirty="0">
                    <a:effectLst/>
                  </a:rPr>
                  <a:t>maggiore concentrazione di incidenti per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i="1" u="sng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u="sng">
                            <a:effectLst/>
                            <a:latin typeface="Cambria Math" panose="02040503050406030204" pitchFamily="18" charset="0"/>
                          </a:rPr>
                          <m:t>𝑘𝑚</m:t>
                        </m:r>
                      </m:e>
                      <m:sup>
                        <m:r>
                          <a:rPr lang="it-IT" b="0" i="1" u="sng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dirty="0"/>
                  <a:t> (42 – media annuale).</a:t>
                </a:r>
                <a:br>
                  <a:rPr lang="it-IT" dirty="0"/>
                </a:br>
                <a:r>
                  <a:rPr lang="it-IT" dirty="0"/>
                  <a:t>Si aggiunge </a:t>
                </a:r>
                <a:r>
                  <a:rPr lang="it-IT" b="1" dirty="0"/>
                  <a:t>Bergamo</a:t>
                </a:r>
                <a:r>
                  <a:rPr lang="it-IT" dirty="0"/>
                  <a:t> che evidenzia il </a:t>
                </a:r>
                <a:r>
                  <a:rPr lang="it-IT" u="sng" dirty="0"/>
                  <a:t>più alto tasso di incidenti ogni 1000 abitanti</a:t>
                </a:r>
                <a:r>
                  <a:rPr lang="it-IT" dirty="0"/>
                  <a:t> (7,4 m. a.) e il </a:t>
                </a:r>
                <a:r>
                  <a:rPr lang="it-IT" u="sng" dirty="0"/>
                  <a:t>più alto tasso di incidenti ogni 1000 veicoli</a:t>
                </a:r>
                <a:r>
                  <a:rPr lang="it-IT" dirty="0"/>
                  <a:t> (8,5 m. a).</a:t>
                </a:r>
                <a:br>
                  <a:rPr lang="it-IT" dirty="0"/>
                </a:br>
                <a:r>
                  <a:rPr lang="it-IT" dirty="0"/>
                  <a:t>Risultano nelle prime posizioni dei tre principali indici le città di </a:t>
                </a:r>
                <a:r>
                  <a:rPr lang="it-IT" b="1" dirty="0"/>
                  <a:t>Genova</a:t>
                </a:r>
                <a:r>
                  <a:rPr lang="it-IT" dirty="0"/>
                  <a:t>, </a:t>
                </a:r>
                <a:r>
                  <a:rPr lang="it-IT" b="1" dirty="0"/>
                  <a:t>Firenze</a:t>
                </a:r>
                <a:r>
                  <a:rPr lang="it-IT" dirty="0"/>
                  <a:t> e </a:t>
                </a:r>
                <a:r>
                  <a:rPr lang="it-IT" b="1" dirty="0"/>
                  <a:t>Pisa</a:t>
                </a:r>
                <a:r>
                  <a:rPr lang="it-IT" dirty="0"/>
                  <a:t>, senza tralasciare le città di </a:t>
                </a:r>
                <a:r>
                  <a:rPr lang="it-IT" b="1" dirty="0"/>
                  <a:t>Bologna</a:t>
                </a:r>
                <a:r>
                  <a:rPr lang="it-IT" dirty="0"/>
                  <a:t>, </a:t>
                </a:r>
                <a:r>
                  <a:rPr lang="it-IT" b="1" dirty="0"/>
                  <a:t>Torino</a:t>
                </a:r>
                <a:r>
                  <a:rPr lang="it-IT" dirty="0"/>
                  <a:t>, </a:t>
                </a:r>
                <a:r>
                  <a:rPr lang="it-IT" b="1" dirty="0"/>
                  <a:t>Napoli</a:t>
                </a:r>
                <a:r>
                  <a:rPr lang="it-IT" dirty="0"/>
                  <a:t> e </a:t>
                </a:r>
                <a:r>
                  <a:rPr lang="it-IT" b="1" dirty="0"/>
                  <a:t>Monza</a:t>
                </a:r>
                <a:r>
                  <a:rPr lang="it-IT" dirty="0"/>
                  <a:t>.</a:t>
                </a:r>
                <a:br>
                  <a:rPr lang="it-IT" dirty="0"/>
                </a:br>
                <a:r>
                  <a:rPr lang="it-IT" dirty="0"/>
                  <a:t>Interessante, come visto nei grafici precedenti, è la </a:t>
                </a:r>
                <a:r>
                  <a:rPr lang="it-IT" b="1" dirty="0"/>
                  <a:t>provincia di Milano</a:t>
                </a:r>
                <a:r>
                  <a:rPr lang="it-IT" dirty="0"/>
                  <a:t> con tante città che presentano indici molto elevati, pur essendo non grandi città; la </a:t>
                </a:r>
                <a:r>
                  <a:rPr lang="it-IT" b="1" dirty="0"/>
                  <a:t>regione Toscana</a:t>
                </a:r>
                <a:r>
                  <a:rPr lang="it-IT" dirty="0"/>
                  <a:t>; e, infine, diverse </a:t>
                </a:r>
                <a:r>
                  <a:rPr lang="it-IT" b="1" dirty="0"/>
                  <a:t>località</a:t>
                </a:r>
                <a:r>
                  <a:rPr lang="it-IT" dirty="0"/>
                  <a:t> soprattutto </a:t>
                </a:r>
                <a:r>
                  <a:rPr lang="it-IT" b="1" dirty="0"/>
                  <a:t>balneari/costiere</a:t>
                </a:r>
                <a:r>
                  <a:rPr lang="it-IT" dirty="0"/>
                  <a:t>.</a:t>
                </a:r>
              </a:p>
              <a:p>
                <a:r>
                  <a:rPr lang="it-IT" dirty="0"/>
                  <a:t>Il </a:t>
                </a:r>
                <a:r>
                  <a:rPr lang="it-IT" u="sng" dirty="0"/>
                  <a:t>modello di regressione lineare multipla</a:t>
                </a:r>
                <a:r>
                  <a:rPr lang="it-IT" dirty="0"/>
                  <a:t> ha evidenziato </a:t>
                </a:r>
                <a:r>
                  <a:rPr lang="it-IT" b="1" dirty="0"/>
                  <a:t>un'elevata capacità esplicativa</a:t>
                </a:r>
                <a:r>
                  <a:rPr lang="it-IT" dirty="0"/>
                  <a:t> (</a:t>
                </a:r>
                <a:r>
                  <a:rPr lang="it-IT" b="1" dirty="0"/>
                  <a:t>R² = 0,957</a:t>
                </a:r>
                <a:r>
                  <a:rPr lang="it-IT" dirty="0"/>
                  <a:t>), mostrando come la popolazione residente e il tasso di motorizzazione siano positivamente associati al numero di incidenti, mentre una maggiore estensione territoriale sia associata a una minore concentrazione degli stessi.</a:t>
                </a:r>
              </a:p>
              <a:p>
                <a:r>
                  <a:rPr lang="it-IT" dirty="0"/>
                  <a:t>Le </a:t>
                </a:r>
                <a:r>
                  <a:rPr lang="it-IT" u="sng" dirty="0"/>
                  <a:t>analisi di clustering</a:t>
                </a:r>
                <a:r>
                  <a:rPr lang="it-IT" dirty="0"/>
                  <a:t> hanno inoltre consentito di raggruppare i comuni in:</a:t>
                </a:r>
              </a:p>
              <a:p>
                <a:pPr lvl="1"/>
                <a:r>
                  <a:rPr lang="it-IT" b="1" dirty="0" err="1"/>
                  <a:t>avg_pop_density</a:t>
                </a:r>
                <a:r>
                  <a:rPr lang="it-IT" b="1" dirty="0"/>
                  <a:t>/avg_acc_per_</a:t>
                </a:r>
                <a:r>
                  <a:rPr lang="it-IT" b="1" i="1" dirty="0"/>
                  <a:t>km2</a:t>
                </a:r>
                <a:r>
                  <a:rPr lang="it-IT" i="1" dirty="0"/>
                  <a:t>:</a:t>
                </a:r>
                <a:br>
                  <a:rPr lang="it-IT" i="1" dirty="0"/>
                </a:br>
                <a:r>
                  <a:rPr lang="it-IT" dirty="0"/>
                  <a:t>Classi caratterizzate da </a:t>
                </a:r>
                <a:r>
                  <a:rPr lang="it-IT" b="1" dirty="0"/>
                  <a:t>differenti livelli di densità urbana e incidentalità</a:t>
                </a:r>
                <a:r>
                  <a:rPr lang="it-IT" dirty="0"/>
                  <a:t>, distinguendo progressivamente </a:t>
                </a:r>
                <a:r>
                  <a:rPr lang="it-IT" u="sng" dirty="0"/>
                  <a:t>i piccoli comuni a bassa densità e bassa incidentalità</a:t>
                </a:r>
                <a:r>
                  <a:rPr lang="it-IT" dirty="0"/>
                  <a:t> dai </a:t>
                </a:r>
                <a:r>
                  <a:rPr lang="it-IT" u="sng" dirty="0"/>
                  <a:t>comuni più urbanizzati e metropolitani</a:t>
                </a:r>
                <a:r>
                  <a:rPr lang="it-IT" dirty="0"/>
                  <a:t>, caratterizzati da una maggiore densità abitativa e da un'elevata concentrazione di incidenti. Pur non evidenziando cluster perfettamente separati, questa analisi costituisce un utile supporto per la segmentazione del territorio e la definizione di strategie di intervento mirate.</a:t>
                </a:r>
              </a:p>
              <a:p>
                <a:pPr lvl="1"/>
                <a:r>
                  <a:rPr lang="it-IT" b="1" dirty="0"/>
                  <a:t>avg_acc_per_1000/avg_acc_rate_vehicles</a:t>
                </a:r>
                <a:r>
                  <a:rPr lang="it-IT" dirty="0"/>
                  <a:t>:</a:t>
                </a:r>
                <a:br>
                  <a:rPr lang="it-IT" b="1" dirty="0"/>
                </a:br>
                <a:r>
                  <a:rPr lang="it-IT" dirty="0"/>
                  <a:t>Evidenzia come all'</a:t>
                </a:r>
                <a:r>
                  <a:rPr lang="it-IT" u="sng" dirty="0"/>
                  <a:t>aumentare dell'incidentalità rispetto alla popolazione</a:t>
                </a:r>
                <a:r>
                  <a:rPr lang="it-IT" dirty="0"/>
                  <a:t> </a:t>
                </a:r>
                <a:r>
                  <a:rPr lang="it-IT" u="sng" dirty="0"/>
                  <a:t>aumenti anche quella rispetto al parco veicolare</a:t>
                </a:r>
                <a:r>
                  <a:rPr lang="it-IT" dirty="0"/>
                  <a:t>, consentendo di distinguere cinque livelli progressivi di rischio tra i comuni analizzati. Tale classificazione permette di individuare i </a:t>
                </a:r>
                <a:r>
                  <a:rPr lang="it-IT" u="sng" dirty="0"/>
                  <a:t>territori maggiormente esposti al rischio</a:t>
                </a:r>
                <a:r>
                  <a:rPr lang="it-IT" dirty="0"/>
                  <a:t> e rappresenta un utile supporto per la </a:t>
                </a:r>
                <a:r>
                  <a:rPr lang="it-IT" b="1" dirty="0"/>
                  <a:t>pianificazione di interventi di sicurezza stradale</a:t>
                </a:r>
                <a:r>
                  <a:rPr lang="it-IT" dirty="0"/>
                  <a:t>.</a:t>
                </a:r>
              </a:p>
            </p:txBody>
          </p:sp>
        </mc:Choice>
        <mc:Fallback>
          <p:sp>
            <p:nvSpPr>
              <p:cNvPr id="2" name="Segnaposto contenuto 12">
                <a:extLst>
                  <a:ext uri="{FF2B5EF4-FFF2-40B4-BE49-F238E27FC236}">
                    <a16:creationId xmlns:a16="http://schemas.microsoft.com/office/drawing/2014/main" id="{1B28D5A8-7355-EEAD-0DD4-B832188441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548640" y="1412776"/>
                <a:ext cx="11452016" cy="4927064"/>
              </a:xfrm>
              <a:blipFill>
                <a:blip r:embed="rId4"/>
                <a:stretch>
                  <a:fillRect l="-266" t="-1361" b="-12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713842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odernClassicBlock-3">
  <a:themeElements>
    <a:clrScheme name="MSFT_ELT_ModernClassicBlock_03">
      <a:dk1>
        <a:sysClr val="windowText" lastClr="000000"/>
      </a:dk1>
      <a:lt1>
        <a:sysClr val="window" lastClr="FFFFFF"/>
      </a:lt1>
      <a:dk2>
        <a:srgbClr val="43467B"/>
      </a:dk2>
      <a:lt2>
        <a:srgbClr val="DFE3E5"/>
      </a:lt2>
      <a:accent1>
        <a:srgbClr val="43467B"/>
      </a:accent1>
      <a:accent2>
        <a:srgbClr val="E58C09"/>
      </a:accent2>
      <a:accent3>
        <a:srgbClr val="2683C6"/>
      </a:accent3>
      <a:accent4>
        <a:srgbClr val="EEC621"/>
      </a:accent4>
      <a:accent5>
        <a:srgbClr val="1D9BA1"/>
      </a:accent5>
      <a:accent6>
        <a:srgbClr val="87175F"/>
      </a:accent6>
      <a:hlink>
        <a:srgbClr val="0070C0"/>
      </a:hlink>
      <a:folHlink>
        <a:srgbClr val="C00000"/>
      </a:folHlink>
    </a:clrScheme>
    <a:fontScheme name="MSFT_ELT_ModernClassicBlock_03">
      <a:majorFont>
        <a:latin typeface="Tw Cen MT Condensed"/>
        <a:ea typeface=""/>
        <a:cs typeface=""/>
      </a:majorFont>
      <a:minorFont>
        <a:latin typeface="Tw Cen MT"/>
        <a:ea typeface=""/>
        <a:cs typeface="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2570279_TF89082059" id="{0623B0B3-6FE1-4340-8CC6-24BF6CF09B81}" vid="{AD8BE5D1-B07B-47BA-AC7B-4568F17EF63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6c66ad41-3359-4f35-bfbc-f1c93290a39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42FCCF3022BCE479D753D0EFFEA25D9" ma:contentTypeVersion="7" ma:contentTypeDescription="Creare un nuovo documento." ma:contentTypeScope="" ma:versionID="d817af28130ad8b8750ee402bebc7d9d">
  <xsd:schema xmlns:xsd="http://www.w3.org/2001/XMLSchema" xmlns:xs="http://www.w3.org/2001/XMLSchema" xmlns:p="http://schemas.microsoft.com/office/2006/metadata/properties" xmlns:ns3="6c66ad41-3359-4f35-bfbc-f1c93290a393" targetNamespace="http://schemas.microsoft.com/office/2006/metadata/properties" ma:root="true" ma:fieldsID="88d137f8dddca81e0290f8feceb43403" ns3:_="">
    <xsd:import namespace="6c66ad41-3359-4f35-bfbc-f1c93290a39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66ad41-3359-4f35-bfbc-f1c93290a3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106BD98-E608-40A1-98A8-93D5976215C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A86D9CC-0D9D-4BFE-B3F3-26F480BF8C8A}">
  <ds:schemaRefs>
    <ds:schemaRef ds:uri="6c66ad41-3359-4f35-bfbc-f1c93290a393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1401DF2-A03E-4D2A-A849-716BF0BB83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66ad41-3359-4f35-bfbc-f1c93290a39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Presentazione squadrata classica moderna</Template>
  <TotalTime>840</TotalTime>
  <Words>1190</Words>
  <Application>Microsoft Office PowerPoint</Application>
  <PresentationFormat>Widescreen</PresentationFormat>
  <Paragraphs>74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4" baseType="lpstr">
      <vt:lpstr>Arial</vt:lpstr>
      <vt:lpstr>Cambria Math</vt:lpstr>
      <vt:lpstr>Tw Cen MT</vt:lpstr>
      <vt:lpstr>Tw Cen MT Condensed</vt:lpstr>
      <vt:lpstr>Wingdings</vt:lpstr>
      <vt:lpstr>Wingdings 3</vt:lpstr>
      <vt:lpstr>ModernClassicBlock-3</vt:lpstr>
      <vt:lpstr>Italian Road Traffic Analysis (ISTAT)</vt:lpstr>
      <vt:lpstr>PROBLEMA IN QUESTIONE, PROCESSO UTILIZZATO E STRUMENTI/TECNOLOGIE UTILIZZATI</vt:lpstr>
      <vt:lpstr>STRUTTURA, VARIABILI E UNIONI DEI DATASET</vt:lpstr>
      <vt:lpstr>MODELLO DI REGRESSIONE LINEARE MULTIPLA</vt:lpstr>
      <vt:lpstr>INDIVIDUAZIONE DELLE CITTA’ E LE AREE DI INTERESSE</vt:lpstr>
      <vt:lpstr>INDIVIDUAZIONE DELLE CITTA’ E LE AREE DI INTERESSE</vt:lpstr>
      <vt:lpstr>CONCLUSIONI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CAVALLO</dc:creator>
  <cp:lastModifiedBy>ANDREA CAVALLO</cp:lastModifiedBy>
  <cp:revision>6</cp:revision>
  <dcterms:created xsi:type="dcterms:W3CDTF">2026-07-30T09:11:27Z</dcterms:created>
  <dcterms:modified xsi:type="dcterms:W3CDTF">2026-08-02T10:31:43Z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0x010100542FCCF3022BCE479D753D0EFFEA25D9</vt:lpwstr>
  </property>
</Properties>
</file>